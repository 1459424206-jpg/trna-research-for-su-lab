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914400"/>
            <a:ext cx="1097280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Microsoft YaHei"/>
              </a:rPr>
              <a:t>tRNA research 文献逐篇精读版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664208"/>
            <a:ext cx="10607040" cy="384048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每篇文献 3 页：概览、方法/结果或综述论点、讨论与项目转化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148840"/>
            <a:ext cx="10607040" cy="2743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000" b="0">
                <a:solidFill>
                  <a:srgbClr val="505050"/>
                </a:solidFill>
                <a:latin typeface="Microsoft YaHei"/>
              </a:rPr>
              <a:t>白底黑字；图像来自公开 PMC/Nature PDF/PMC figure；中文主讲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806440"/>
            <a:ext cx="10607040" cy="2743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000" b="0">
                <a:solidFill>
                  <a:srgbClr val="505050"/>
                </a:solidFill>
                <a:latin typeface="Microsoft YaHei"/>
              </a:rPr>
              <a:t>说明：非公开 PDF 不绕过版权访问控制；对应页面使用 DOI/PMC HTML/摘要进行内容抽取。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新版制作逻辑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Deck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43891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000000"/>
                </a:solidFill>
                <a:latin typeface="Microsoft YaHei"/>
              </a:rPr>
              <a:t>覆盖 4 个子项目、60 篇入选文献；每篇固定 3 页，高度浓缩但保留方法、结果、讨论或综述论点。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000000"/>
                </a:solidFill>
                <a:latin typeface="Microsoft YaHei"/>
              </a:rPr>
              <a:t>实验文章：第 1 页讲研究问题，第 2 页讲材料/方法和核心结果，第 3 页讲讨论、局限与本项目可转化点。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000000"/>
                </a:solidFill>
                <a:latin typeface="Microsoft YaHei"/>
              </a:rPr>
              <a:t>综述文章：第 1 页讲背景与范围，第 2 页列主要论点，第 3 页列综合观点、争议和未来空白。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000000"/>
                </a:solidFill>
                <a:latin typeface="Microsoft YaHei"/>
              </a:rPr>
              <a:t>图像优先级：PMC 原始图 &gt; PDF 首页缩略图 &gt; 题录信息；所有图像页均保留来源标签。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143000"/>
            <a:ext cx="1097280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700" b="1">
                <a:solidFill>
                  <a:srgbClr val="000000"/>
                </a:solidFill>
                <a:latin typeface="Microsoft YaHei"/>
              </a:rPr>
              <a:t>Part 1. tRNA 的生物功能与结构特征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828800"/>
            <a:ext cx="10972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Biological functions and structural characteristics of tRNA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304288"/>
            <a:ext cx="10972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0">
                <a:solidFill>
                  <a:srgbClr val="505050"/>
                </a:solidFill>
                <a:latin typeface="Microsoft YaHei"/>
              </a:rPr>
              <a:t>本部分包含 15 篇文献，每篇 3 页。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10607040" cy="30175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1. RNA-triggered Cas12a3 cleaves t RNA tails to execute bacterial immunity.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2. A virally encoded t RNA neutralizes the PARIS antiviral defence system.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3. t RNA modifications tune m6A-dependent m RNA decay.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4. An engineered UGA suppressor t RNA gene for disease-agnostic AAV delivery.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5. AAV-delivered UGA suppressor t RNA for disease-agnostic in vivo gene therapy.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6. t RNA as an assembly chaperone for a macromolecular transcription-processing complex.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7. Structural basis of t RNA recognition by the m3C RNA methyltransferase METTL6 in complex with…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8. A methyltransferase-independent role for METTL1 in t RNA aminoacylation and oncogenic transfor…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9. Translational regulation by oxidative desulfuration of t RNA modifications.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10. Structure of fungal t RNA ligase Trl1 with RNA reveals conserved substrate-binding principles.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11. In vivo structure profiling reveals human cytosolic and mitochondrial t RNA structurome and in…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12. Structural basis of t RNA recognition by the widespread OB fold.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13. Deciphering t RNA repertoires and translation coordination during mouse early embryogenesis by…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14. Mechanistic basis for PYROXD1-mediated protection of the human t RNA ligase complex against ox…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15. AAV-delivered engineered suppressor t RNA rescues visual function in mice with an inherited re…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1.1 文献概览：RNA-triggered Cas12a3 cleaves t RNA tails to execute bacterial immunity.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1.1 | Nature (2026) | experimental | DOI 10.1038/s41586-025-09852-9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 all domains of life, t RNAs mediate the transfer of genetic information from m RNAs to proteins.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As their depletion suppresses translation and, consequently, viral replication, t RNAs represent long-standing and increasingly recognized targe…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 we report Cas12a3 effector nucleases from type V CRISPR-Cas adaptive immune systems in bacteria that preferentially cleave t RNAs after rec…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pic>
        <p:nvPicPr>
          <p:cNvPr id="8" name="Picture 7" descr="PMC12851939_41586_2025_9852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95536"/>
            <a:ext cx="4251960" cy="379260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2026; PMID 41501459; PMCID PMC12851939; DOI 10.1038/s41586-025-09852-9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1.1 材料方法与结果：RNA-triggered Cas12a3 cleaves t RNA tails to execute bacterial immuni…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1.1 | Nature (2026) | experimental | DOI 10.1038/s41586-025-09852-9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This file contains Supplementary Figs.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This file contains the appearance of CRISPR arrays and spacer acquisition genes near cas12a3 and cas12a4 genes.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In some cases, cas genes occur on contigs too short to assess the presence of adjacent CRISPR arrays or acquisition genes.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This file contains a list of strains, plasmids and RNA and DNA sequences used in this study.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are the averages of independent experiments (n = 2).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Note that the PAM for Mp Cas12a is the reverse complement of the sequence commonly reported for Cas12a nucleases (YYV).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d, Schematic (left) and quantification (right) of the assessment of plasmid clearance versus growth arrest in 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coli based on variations of a plasmid interference assay.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Plasmid clearance and growth arrest were differentiated on the basis of antibiotic selection for the target plasmid or the target plasmid and th…</a:t>
            </a:r>
          </a:p>
        </p:txBody>
      </p:sp>
      <p:pic>
        <p:nvPicPr>
          <p:cNvPr id="9" name="Picture 8" descr="PMC12851939_41586_2025_9852_Fig6_ES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442948"/>
            <a:ext cx="3703320" cy="38806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2026; PMID 41501459; PMCID PMC12851939; DOI 10.1038/s41586-025-09852-9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1.1 讨论与局限：RNA-triggered Cas12a3 cleaves t RNA tails to execute bacterial immunity.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1.1 | Nature (2026) | experimental | DOI 10.1038/s41586-025-09852-9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 this work, we have reported the discovery of cr RNA-guided Cas12a3 nucleases that recognize complementary RNA targets and, in response, cleav…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Integrating genetic, biochemical, sequencing and structural studies, we propose a model (Extended Data Fig.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9 ) in which the nuclease undergoes a large conformational change that can then bind free t RNAs through multiple sequence-specific and shape-sp…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unique t RLD in the nuclease positions the t RNA tail next to the Ruv C active site to cleave off the tail, with extensive cleavage of cellu…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pic>
        <p:nvPicPr>
          <p:cNvPr id="9" name="Picture 8" descr="PMC12851939_41586_2025_9852_Fig7_ES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627" y="1143000"/>
            <a:ext cx="4884704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2026; PMID 41501459; PMCID PMC12851939; DOI 10.1038/s41586-025-09852-9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1.2 文献概览：A virally encoded t RNA neutralizes the PARIS antiviral defence system.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1.2 | Nature (2024) | experimental | DOI 10.1038/s41586-024-07874-3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Viruses compete with each other for limited cellular resources, and some deliver defence mechanisms that protect the host from competing genetic…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phage antirestriction induced system (PARIS) is a defence system, often encoded in viral genomes, that is composed of a 55 k Da ABC ATPase (…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However, the mechanism by which Ari A and Ari B function in phage defence is unknown.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pic>
        <p:nvPicPr>
          <p:cNvPr id="8" name="Picture 7" descr="PMC11464382_41586_2024_7874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21565"/>
            <a:ext cx="4251960" cy="39405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2024; PMID 39111359; PMCID PMC11464382; DOI 10.1038/s41586-024-07874-3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1.2 材料方法与结果：A virally encoded t RNA neutralizes the PARIS antiviral defence syste…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1.2 | Nature (2024) | experimental | DOI 10.1038/s41586-024-07874-3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This file contains Supplementary Tables 1–3 and legends for Supplementary Videos 1 and 2.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Masked local refinement was used to generate a high-resolution map of one asymmetric unit (Ari A2–Ari B1).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Density for ATPγS is evident in both NBDs of the Ari A homodimer.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A series of electrostatic interactions link Ari B to Ari 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a , Total DNA was extracted from 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coli MG1655 carrying plasmids p FR85 (PARIS) and p FD250 (P Phl F -Ocr) at different time points after Ocr induction with or without DAPG (n = 3…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Samples were run on a 1% agarose TAE gel.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b , Total RNA was extracted from 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coli MG1655 carrying plasmid p FR85 (PARIS) or p FR66 (sf GFP), and p FD250 (P Phl F -Ocr) at different time points after induction of Ocr expre…</a:t>
            </a:r>
          </a:p>
        </p:txBody>
      </p:sp>
      <p:pic>
        <p:nvPicPr>
          <p:cNvPr id="9" name="Picture 8" descr="PMC11464382_41586_2024_7874_Fig7_ES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731873"/>
            <a:ext cx="3703320" cy="33028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2024; PMID 39111359; PMCID PMC11464382; DOI 10.1038/s41586-024-07874-3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1.2 讨论与局限：A virally encoded t RNA neutralizes the PARIS antiviral defence system.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1.2 | Nature (2024) | experimental | DOI 10.1038/s41586-024-07874-3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Our results demonstrate how Ari A forms a propeller-shaped hexamer capable of binding three Ari B monomers.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Ari A is an ATP-dependent sensor that detects viral immune suppressors (for example, Ocr), which trigger the release of Ari B.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Released Ari B assembles into a homodimer that cleaves specific host t RNAs, resulting in rapid interruption of translation followed by loss of…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As opposed to prototypical toxin–antitoxin systems, Ari B has modest toxicity when expressed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pic>
        <p:nvPicPr>
          <p:cNvPr id="9" name="Picture 8" descr="PMC11464382_41586_2024_7874_Fig8_ES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263315"/>
            <a:ext cx="5074920" cy="4468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2024; PMID 39111359; PMCID PMC11464382; DOI 10.1038/s41586-024-07874-3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1.3 文献概览：t RNA modifications tune m6A-dependent m RNA decay.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1.3 | Cell (2025) | experimental | DOI 10.1016/j.cell.2025.04.013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Chemically modified nucleotides in m RNA are critical regulators of gene expression, primarily through interactions with reader proteins that bi…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Here, we present a mechanism by which the epitranscriptomic mark N6-methyladenosine (m6A) is read by t RNAs during translation.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Codons that are modified with m6A are decoded inefficiently by the ribosome, rendering them "non-optimal" and inducing ribosome collisions on ce…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Cell 2025; PMID 40311619; PMCID PMC12255531; DOI 10.1016/j.cell.2025.04.013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1.3 材料方法与结果：t RNA modifications tune m6A-dependent m RNA decay.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1.3 | Cell (2025) | experimental | DOI 10.1016/j.cell.2025.04.013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全文方法段未能自动稳定抽取；本页基于摘要、题名、图像和可下载全文信息概括实验/分析路线。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Chemically modified nucleotides in m RNA are critical regulators of gene expression, primarily through interactions with reader proteins that bi…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Here, we present a mechanism by which the epitranscriptomic mark N6-methyladenosine (m6A) is read by t RNAs during translation.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Codons that are modified with m6A are decoded inefficiently by the ribosome, rendering them "non-optimal" and inducing ribosome collisions on ce…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This couples m RNA translation to decay.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5-Methoxycarbonylmethyl-2-thiouridine (mcm5s2U) in the t RNA anticodon loop counteracts this effect.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Cell 2025; PMID 40311619; PMCID PMC12255531; DOI 10.1016/j.cell.2025.04.013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1.3 讨论与局限：t RNA modifications tune m6A-dependent m RNA decay.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1.3 | Cell (2025) | experimental | DOI 10.1016/j.cell.2025.04.013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Chemically modified nucleotides in m RNA are critical regulators of gene expression, primarily through interactions with reader proteins that bi…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Here, we present a mechanism by which the epitranscriptomic mark N6-methyladenosine (m6A) is read by t RNAs during translation.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Codons that are modified with m6A are decoded inefficiently by the ribosome, rendering them "non-optimal" and inducing ribosome collisions on ce…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This couples m RNA translation to decay.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Cell 2025; PMID 40311619; PMCID PMC12255531; DOI 10.1016/j.cell.2025.04.013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1.4 文献概览：An engineered UGA suppressor t RNA gene for disease-agnostic AAV delivery.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1.4 | Nature biotechnology (2026) | experimental | DOI 10.1038/s41587-025-02982-5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Suppressor transfer RNAs (sup-t RNAs) have the potential to rescue nonsense mutations in a disease-agnostic manner and are an alternative therap…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Among all human pathogenic nonsense variants, approximately 20% arise from C-to-T transitions that convert the CGA arginine codon into a UGA sto…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While recombinant adeno-associated virus (r AAV) has been successfully used to deliver a UAG-targeting sup-t RNA gene in vivo, extending this ap…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pic>
        <p:nvPicPr>
          <p:cNvPr id="8" name="Picture 7" descr="41555020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375" y="1143000"/>
            <a:ext cx="3235609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biotechnology 2026; PMID 41555020; PMCID NA; DOI 10.1038/s41587-025-02982-5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1.4 材料方法与结果：An engineered UGA suppressor t RNA gene for disease-agnostic AAV deli…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1.4 | Nature biotechnology (2026) | experimental | DOI 10.1038/s41587-025-02982-5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, additional references, Nature Portfolio reporting sum- maries, source data, extended data, supplementary information, acknowledgements, peer r…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Therapeutics based on stop codon readthrough.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Suppression of nonsense mutations by new emerging technologies.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Targeting shared molecular etiologies to accelerate drug development for rare diseases.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, h NFS-R8 and m NFS-R8 restored higher GLuc activity in serum than U6-R8, which outperformed U6-R7 and U6-R17 (Fig.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Quantifi- cation of the EGFP–FLAG protein in liver lysates by western blot more consistently showed the superior performance of h/m NFS-R8 over…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1d), which was corroborated by immunohistochemistry analysis with liver tissue sections (Fig.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Taken together, these results identified R8 in NFS as the leading can- didate to readthrough UGA PTC and we chose to focus on 2×h NFS-R8 in the…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Silencing UGA-sup-t RNA expression to improve r AAV production We previously showed that standard triple transfection in HEK293 cells resulted i…</a:t>
            </a:r>
          </a:p>
        </p:txBody>
      </p:sp>
      <p:pic>
        <p:nvPicPr>
          <p:cNvPr id="9" name="Picture 8" descr="41555020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132" y="1143000"/>
            <a:ext cx="3373295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biotechnology 2026; PMID 41555020; PMCID NA; DOI 10.1038/s41587-025-02982-5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1.4 讨论与局限：An engineered UGA suppressor t RNA gene for disease-agnostic AAV delive…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1.4 | Nature biotechnology (2026) | experimental | DOI 10.1038/s41587-025-02982-5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Here, we report the development of AAV-No STOP(UGA) that installs arginine at a pathogenic UGA PTC during translation and, therefore, can potent…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It builds on multiple optimization steps to improve PTC readthrough efficiency, r AAV pro- duction yield and vector genome homogeneity.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These efforts led us to demonstrate efficacy in two disease mouse models, underscoring the gene-agnostic and disease-agnostic feature of sup-t R…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Using a mouse model with a nonsense mutation in a native, nuclear gene is a rigorous experimental approach to evaluate in vivo sup-t RNA therapy.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pic>
        <p:nvPicPr>
          <p:cNvPr id="9" name="Picture 8" descr="41555020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1278" y="1143000"/>
            <a:ext cx="3545402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biotechnology 2026; PMID 41555020; PMCID NA; DOI 10.1038/s41587-025-02982-5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1.5 文献概览：AAV-delivered UGA suppressor t RNA for disease-agnostic in vivo gene thera…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1.5 | Nature biotechnology (2026) | experimental | DOI 10.1038/s41587-026-02999-4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biotechnology 2026; PMID 41629463; PMCID NA; DOI 10.1038/s41587-026-02999-4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1.5 材料方法与结果：AAV-delivered UGA suppressor t RNA for disease-agnostic in vivo gene…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1.5 | Nature biotechnology (2026) | experimental | DOI 10.1038/s41587-026-02999-4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全文方法段未能自动稳定抽取；本页基于摘要、题名、图像和可下载全文信息概括实验/分析路线。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biotechnology 2026; PMID 41629463; PMCID NA; DOI 10.1038/s41587-026-02999-4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1.5 讨论与局限：AAV-delivered UGA suppressor t RNA for disease-agnostic in vivo gene th…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1.5 | Nature biotechnology (2026) | experimental | DOI 10.1038/s41587-026-02999-4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biotechnology 2026; PMID 41629463; PMCID NA; DOI 10.1038/s41587-026-02999-4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1.6 文献概览：t RNA as an assembly chaperone for a macromolecular transcription-processi…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1.6 | Nature structural &amp; molecular biology (2025) | review | DOI 10.1038/s41594-025-01653-y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Transfer RNAs (t RNAs) are widely recognized for their role in translation.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Here, we describe a previously unidentified function of t RNA as an assembly chaperone.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During poxviral infection, t RNAGln/Arg lacking the anticodon mcm5s2U34 modification is specifically sequestered from the cellular t RNA pool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pic>
        <p:nvPicPr>
          <p:cNvPr id="8" name="Picture 7" descr="40908366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375" y="1143000"/>
            <a:ext cx="3235609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structural &amp; molecular biology 2025; PMID 40908366; PMCID PMC12618233; DOI 10.1038/s41594-025-01653-y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1.6 综述主要论点：t RNA as an assembly chaperone for a macromolecular transcription-pro…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1.6 | Nature structural &amp; molecular biology (2025) | review | DOI 10.1038/s41594-025-01653-y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6928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主要论点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9776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Coordinated assembly of Rap94, NPH-I and E11 with v RNAP by t RNAGln/Arg To test whether t RNAGln/Arg acts as an assembly chaperone rather than…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isolated a minimal version of v RNAP, consisting of the eight Rpo subunits, only as a presumed starting point of assembly.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This unit, along with recombinant transcription factors (Extended Data Fig.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1a) and t RNAGln/Arg isolated from complete v RNAP, was then used to study the formation of complete v RNAP in vitro (Fig.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Cosedimentation and gel mobility shift experiments showed that [32P]t RNAGln/Arg alone failed to bind minimal v RNAP (Fig.</a:t>
            </a:r>
          </a:p>
        </p:txBody>
      </p:sp>
      <p:pic>
        <p:nvPicPr>
          <p:cNvPr id="7" name="Picture 6" descr="40908366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472" y="1143000"/>
            <a:ext cx="3373295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structural &amp; molecular biology 2025; PMID 40908366; PMCID PMC12618233; DOI 10.1038/s41594-025-01653-y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1.6 综合观点与空白：t RNA as an assembly chaperone for a macromolecular transcription-proce…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1.6 | Nature structural &amp; molecular biology (2025) | review | DOI 10.1038/s41594-025-01653-y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综合观点与空白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 this study, we dissected the entire assembly pathway of complete v RNAP through a combination of biochemical and structural (cryo-EM) approac…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Our findings identify t RNAGln/Arg as assembly chaperones for a macromolecular transcription and processing complex and, thus, add a novel aspec…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Assembly chaperones are a heterogeneous group of factors that join components with otherwise little or no affinity to each other and typically u…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They have, however, no further role with respect to the function of the assem- bled unit and often dissociate from the assembled particle.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pic>
        <p:nvPicPr>
          <p:cNvPr id="9" name="Picture 8" descr="40908366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1278" y="1143000"/>
            <a:ext cx="3545402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structural &amp; molecular biology 2025; PMID 40908366; PMCID PMC12618233; DOI 10.1038/s41594-025-01653-y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1.7 文献概览：Structural basis of t RNA recognition by the m3C RNA methyltransferase MET…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1.7 | Nature structural &amp; molecular biology (2024) | experimental | DOI 10.1038/s41594-024-01341-3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Methylation of cytosine 32 in the anticodon loop of t RNAs to 3-methylcytosine (m3C) is crucial for cellular translation fidelity.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Misregulation of the RNA methyltransferases setting this modification can cause aggressive cancers and metabolic disturbances.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Here, we report the cryo-electron microscopy structure of the human m3C t RNA methyltransferase METTL6 in complex with seryl-t RNA synthetase (S…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pic>
        <p:nvPicPr>
          <p:cNvPr id="8" name="Picture 7" descr="PMC11479938_41594_2024_1341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19009"/>
            <a:ext cx="4251960" cy="41456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structural &amp; molecular biology 2024; PMID 38918637; PMCID PMC11479938; DOI 10.1038/s41594-024-01341-3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1.7 材料方法与结果：Structural basis of t RNA recognition by the m3C RNA methyltransferas…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1.7 | Nature structural &amp; molecular biology (2024) | experimental | DOI 10.1038/s41594-024-01341-3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, additional references, Nature Portfolio reporting sum- maries, source data, extended data, supplementary information, acknowledgements, peer r…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RNA nucleotide methylation: 2021 update.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Rapid t RNA decay can result from lack of nonessential modifications.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Retrograde transfer RNA nuclear import provides a new level of t RNA quality control in Saccharomyces cerevisiae.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, we identified the methyltransferases METTL11A and METTL11B, which methylate the N-terminal α-amino group of pro- teins, as relatives with a si…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Overall, our METTL6–Ser RS–t RNASer complex structure identifies the m3C methyltransferase-specific RNA-binding domain, which differs from so-fa…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Acceptor arm D arm T arm Anticodon arm m3C site Variable arm 32 26 22 13 7 65 49 48 53 61 1 76 18 19 44 5'P 3'OH 47B 47D 47F 47G d t RNASer t RN…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1 | The structure of the Ser RS–t RNA–METTL6 complex.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a, Domain organization of human METTL6 and Ser RS.</a:t>
            </a:r>
          </a:p>
        </p:txBody>
      </p:sp>
      <p:pic>
        <p:nvPicPr>
          <p:cNvPr id="9" name="Picture 8" descr="PMC11479938_41594_2024_1341_Fig6_ES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80781"/>
            <a:ext cx="3703320" cy="34049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structural &amp; molecular biology 2024; PMID 38918637; PMCID PMC11479938; DOI 10.1038/s41594-024-01341-3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1.7 讨论与局限：Structural basis of t RNA recognition by the m3C RNA methyltransferase…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1.7 | Nature structural &amp; molecular biology (2024) | experimental | DOI 10.1038/s41594-024-01341-3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 this work, we present the cryo-EM structure of METTL6 in com- plex with Ser RS bound to the co-products of the methyl transfer, the m3C32-mod…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identify the tripartite t RNA-binding domain of METTL6 and show that Ser RS is necessary as a t RNA selection factor that augments METTL6 act…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Aminoacetylation-independent functions of aminoacetylases have been identified, most commonly as gene-regulatory auto-feedback mechanisms53–56.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Ser RS plays a noncanonical role in vascular develop- ment that is independent of its aminoacylation activity57–59.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pic>
        <p:nvPicPr>
          <p:cNvPr id="9" name="Picture 8" descr="PMC11479938_41594_2024_1341_Fig6_ES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164526"/>
            <a:ext cx="5074920" cy="46661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structural &amp; molecular biology 2024; PMID 38918637; PMCID PMC11479938; DOI 10.1038/s41594-024-01341-3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1.8 文献概览：A methyltransferase-independent role for METTL1 in t RNA aminoacylation an…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1.8 | Molecular cell (2025) | experimental | DOI 10.1016/j.molcel.2025.01.003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Cancer genomes are shaped by mutational processes that change the sequence or structure of DNA, coupled to selection for mutations that increase…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1 The identification of recurrent mutations affecting individual genes led to the discovery of many of the best-known oncogenes and tumor suppre…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2 – 5 However, genetic lesions affecting multiple genes, such as aneuploidy or focal copy-number alterations of chromosomal segments, are highly…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2025; PMID 39892392; PMCID PMC11925124; DOI 10.1016/j.molcel.2025.01.003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1.8 材料方法与结果：A methyltransferase-independent role for METTL1 in t RNA aminoacylati…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1.8 | Molecular cell (2025) | experimental | DOI 10.1016/j.molcel.2025.01.003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Original plasmids used in this manuscript have been submitted to addgene.org (see key resources table for unique identifiers).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We assessed DNA copy number in human 12q-amplified liposarcomas by leveraging single nucleotide polymorphism (SNP) arrays performed on a cohort…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Six of these 50 cases lacked evidence of 12q amplification, and so were excluded from our analysis (cases excluded: PT1DD, PT13DD, PT20DD, PT21D…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Minimal amplicons were defined as a region of genomic amplification, defined as log2 DNA copy number ratio ≥ 1, in probes spanning at least 100…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Amplification of chromosomal material derived from 12q13-15 is common in human cancer and believed to result in overexpression of multiple colla…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To define the oncogenes involved, we overexpressed genes recurrently amplified in human liposarcoma using a zebrafish model of the disease.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We found several genes whose overexpression collaborated with AKT in sarcomagenesis, including the t RNA methyltransferase METTL1.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This was surprising, because AKT phosphorylates METTL1 to inactivate its enzymatic activity.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Indeed, phosphomimetic S27D or catalytically dead alleles phenocopied the oncogenic activity of wild-type METTL1.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2025; PMID 39892392; PMCID PMC11925124; DOI 10.1016/j.molcel.2025.01.003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1.8 讨论与局限：A methyltransferase-independent role for METTL1 in t RNA aminoacylation…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1.8 | Molecular cell (2025) | experimental | DOI 10.1016/j.molcel.2025.01.003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oncogenes driving selection for some of the most common copy-number aberrations in human cancer remain incompletely defined.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Here, we used a zebrafish model to define oncogenes within 12q13–15 amplicons, a common aberration in multiple tumor types, including liposarcom…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6 , 12 , 32 We confirmed the long-suspected roles of CDK4 , MDM2 , and HMGA2 as bona fide liposarcoma oncogenes and also found genes whose contr…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were most surprised to find that overexpression of METTL1 collaborates with AKT activation in sarcomagenesis because AKT phosphorylates and i…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2025; PMID 39892392; PMCID PMC11925124; DOI 10.1016/j.molcel.2025.01.003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1.9 文献概览：Translational regulation by oxidative desulfuration of t RNA modifications.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1.9 | Nature communications (2026) | experimental | DOI 10.1038/s41467-026-70126-7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Higher-order biological processes emerge from sophisticated regulation of gene expression at multiple stages at both transcriptional and post-tr…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 protein synthesis, transfer RNA (t RNA) anticodons recognize and decode messenger RNA (m RNA) codons on the ribosome.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 RNAs undergo the most extensive and diverse range of post-transcriptional modifications, particularly within the anticodon region.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pic>
        <p:nvPicPr>
          <p:cNvPr id="8" name="Picture 7" descr="PMC12976133_41467_2026_70126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2331" y="1143000"/>
            <a:ext cx="3637697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2026; PMID 41807381; PMCID PMC12976133; DOI 10.1038/s41467-026-70126-7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1.9 材料方法与结果：Translational regulation by oxidative desulfuration of t RNA modifica…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1.9 | Nature communications (2026) | experimental | DOI 10.1038/s41467-026-70126-7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Description of Additional Supplementary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Detection of h2U derivatives in mammalian and bacterial t RNAs We reviewed our previous liquid chromatography-mass spectrometry (LC-MS) data on…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 LC-MS nucleoside analyses of total RNA from mouse livers, we clearly detected unassigned nucleosides with m/ z 301 (Fig.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 addition, we also detected nucleosides with m/z 366 in mitochondrial t RNALys isolated from pig liver (Fig.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Collision- induced dissociation (CID) of these nucleosides generated base- related ions (BH2 +) with loss of unmodiﬁed ribose (Fig.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1e, f), sug- gesting that the 32 Da loss originates from their bases.</a:t>
            </a:r>
          </a:p>
        </p:txBody>
      </p:sp>
      <p:pic>
        <p:nvPicPr>
          <p:cNvPr id="9" name="Picture 8" descr="PMC12976133_41467_2026_70126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030456"/>
            <a:ext cx="3703320" cy="27056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2026; PMID 41807381; PMCID PMC12976133; DOI 10.1038/s41467-026-70126-7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1.9 讨论与局限：Translational regulation by oxidative desulfuration of t RNA modificati…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1.9 | Nature communications (2026) | experimental | DOI 10.1038/s41467-026-70126-7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Through a spike-in experiment, we demonstrated that 2-thiouridine derivatives in t RNA are desulfurized in cells and converted to h 2 U derivati…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3b, d ), and τm 5 h 2 U was detected in only a few percent of mitochondrial t RNAs with τm 5 s 2 U (Fig.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However, the abundance of h 2 U derivatives varies in different cell types.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Approximately 15% of t RNA Lys in He La cells contained mcm 5 h 2 U, whereas little was detected in A549 and T24 cells (Supplementary Fig.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pic>
        <p:nvPicPr>
          <p:cNvPr id="9" name="Picture 8" descr="PMC12976133_41467_2026_70126_Fig3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316" y="1143000"/>
            <a:ext cx="3273327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2026; PMID 41807381; PMCID PMC12976133; DOI 10.1038/s41467-026-70126-7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1.10 文献概览：Structure of fungal t RNA ligase Trl1 with RNA reveals conserved substrate…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1.10 | Nature structural &amp; molecular biology (2025) | experimental | DOI 10.1038/s41594-025-01589-3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RNA ligases play a vital role in RNA processing and maturation, including t RNA splicing, RNA repair and the unfolded protein response (UPR).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 fungi and plants, the tripartite t RNA ligase Trl1 catalyzes the joining of TSEN-cleaved pre-t RNA exon halves.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Trl1 also functions as ligase in the non-conventional HAC1 m RNA splicing during the UPR.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pic>
        <p:nvPicPr>
          <p:cNvPr id="8" name="Picture 7" descr="PMC12440814_41594_2025_1589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297" y="1143000"/>
            <a:ext cx="4187764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structural &amp; molecular biology 2025; PMID 40563009; PMCID PMC12440814; DOI 10.1038/s41594-025-01589-3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1.10 材料方法与结果：Structure of fungal t RNA ligase Trl1 with RNA reveals conserved subs…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1.10 | Nature structural &amp; molecular biology (2025) | experimental | DOI 10.1038/s41594-025-01589-3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After linking the backbone of nucleotides 31 and 32, we energy-minimized the conformation of the protein-unbound nucleotides 32–34 to yield a bo…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The ends of the starting model matched an activated (that is, adenylylated) physiological substrate (2′-P, 3′-OH and 5′-App RNA).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The resulting model showed that Trl1-LIG can accommodate a cleaved t RNA-ASL in its binding cleft as a hairpin structure (Fig.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All base-pairing interactions in the hairpin remained intact, except for the first A-U base pair toward the loop, which was also unpaired in the…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 a 5′-5′ RNA-adenylylate (App RNA).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Finally, the LIG domain catalyzes Received: 12 January 2024 Accepted: 12 May 2025 Published online: 25 June 2025 Check for updates 1Heidelberg U…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2Laboratory of Bioinformatics and Protein Engineering, International Institute of Molecular and Cell Biology in Warsaw, Warsaw, Poland.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e-mail: jirka.peschek@bzh.uni-heidelberg.de Nature Structural &amp; Molecular Biology | Volume 32 | September 2025 | 1657–1668 1658 Article https://…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The specific role of the CTD within Trl1-type RNA ligases has remained elusive.</a:t>
            </a:r>
          </a:p>
        </p:txBody>
      </p:sp>
      <p:pic>
        <p:nvPicPr>
          <p:cNvPr id="9" name="Picture 8" descr="PMC12440814_41594_2025_1589_Fig8_ES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422698"/>
            <a:ext cx="3703320" cy="39211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structural &amp; molecular biology 2025; PMID 40563009; PMCID PMC12440814; DOI 10.1038/s41594-025-01589-3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1.10 讨论与局限：Structure of fungal t RNA ligase Trl1 with RNA reveals conserved substr…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1.10 | Nature structural &amp; molecular biology (2025) | experimental | DOI 10.1038/s41594-025-01589-3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fungal t RNA ligase Trl1 is an essential enzyme for both t RNA splicing and non-conventional HAC1 m RNA splicing during the UPR5,12.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Despite recent progress, the principles of RNA substrate recognition by Trl1 remain unknown.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Overall, our understanding of RNA ligases that join single-stranded RNA substrates is limited by the scarce availability of ligase–RNA structure…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Here, we present the crystal structure of Ct Trl1-LIG with an RNA substrate.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pic>
        <p:nvPicPr>
          <p:cNvPr id="9" name="Picture 8" descr="PMC12440814_41594_2025_1589_Fig8_ES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210" y="1143000"/>
            <a:ext cx="4447540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structural &amp; molecular biology 2025; PMID 40563009; PMCID PMC12440814; DOI 10.1038/s41594-025-01589-3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1.11 文献概览：In vivo structure profiling reveals human cytosolic and mitochondrial t RN…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1.11 | Nature communications (2025) | experimental | DOI 10.1038/s41467-025-59435-5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Transfer RNA (t RNA) is the most abundant cellular RNA family in terms of copy numbers.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It not only folds into defined structures but also has complex cellular interaction networks involving aminoacyl-t RNA synthetases, translation…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human t RNAome is comprised of chromosomal-encoded t RNAs with a large sequence diversity and mitochondrial-encoded t RNAs with A/U-rich seq…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pic>
        <p:nvPicPr>
          <p:cNvPr id="8" name="Picture 7" descr="PMC12125218_41467_2025_59435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05032"/>
            <a:ext cx="4251960" cy="37736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2025; PMID 40447571; PMCID PMC12125218; DOI 10.1038/s41467-025-59435-5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1.11 材料方法与结果：In vivo structure profiling reveals human cytosolic and mitochondrial…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1.11 | Nature communications (2025) | experimental | DOI 10.1038/s41467-025-59435-5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, the in vivo structures of t RNAs have been largely taken for granted to resemble their in vitro forms.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However, t RNAs have many well-characterized protein inter- actions and modiﬁcations in vivo, which led us to hypothesize that their in vivo str…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applied t RNA structure-seq to examine in vivo structures of E.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coli t RNAs and revealed dynamics of t RNA folding under heat stress20.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reveal varia- tions of t RNA structurome and dynamic interactome that have functional consequences in translational regulation.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RNAs are both carriers of genetic information and adapters that mediate biomolecular interactions.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 cells, RNAs fold into secondary and tertiary structures to detect metabolites1–3, recruit proteins4,5, and regulate phase separation6.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Stable RNA structures also impact RNA–RNA interactions and affect RNA stabilities.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 biological pro- cesses, including transcription, m RNA splicing, and translation, RNA structures play universal and profound regulatory roles.</a:t>
            </a:r>
          </a:p>
        </p:txBody>
      </p:sp>
      <p:pic>
        <p:nvPicPr>
          <p:cNvPr id="9" name="Picture 8" descr="PMC12125218_41467_2025_59435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76331"/>
            <a:ext cx="3703320" cy="3013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2025; PMID 40447571; PMCID PMC12125218; DOI 10.1038/s41467-025-59435-5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1.11 讨论与局限：In vivo structure profiling reveals human cytosolic and mitochondrial t…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1.11 | Nature communications (2025) | experimental | DOI 10.1038/s41467-025-59435-5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rapid development of high-throughput sequencing methods for highly structured RNAs made it possible to examine transcriptome- Fig.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6 | Mitochondrial t RNA structure and interaction in response to arsenite stress.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parameters used here are: ΔDMS signal = DMS signalin vivo_As O2 – DMS signalinvivo_control.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 Heatmap showing the positional ΔDMS signals on mt-t RNAMet, red: higher, blue: lower DMS signal with arsenite.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pic>
        <p:nvPicPr>
          <p:cNvPr id="9" name="Picture 8" descr="PMC12125218_41467_2025_59435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32502"/>
            <a:ext cx="5074920" cy="41301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2025; PMID 40447571; PMCID PMC12125218; DOI 10.1038/s41467-025-59435-5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1.12 文献概览：Structural basis of t RNA recognition by the widespread OB fold.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1.12 | Nature communications (2024) | experimental | DOI 10.1038/s41467-024-50730-1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 RNAs are among the most abundant and essential biomolecules in the cell.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Besides decoding the genetic code on the ribosome, t RNAs and their fragments also perform key regulatory functions in transcriptional and trans…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They are further exploited by retroviruses such as HIV-1 to serve as obligatory viral replication primers and regulators of virion assembly 2 –…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pic>
        <p:nvPicPr>
          <p:cNvPr id="8" name="Picture 7" descr="PMC11286949_41467_2024_50730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01541"/>
            <a:ext cx="4251960" cy="35805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2024; PMID 39075051; PMCID PMC11286949; DOI 10.1038/s41467-024-50730-1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1.12 材料方法与结果：Structural basis of t RNA recognition by the widespread OB fold.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1.12 | Nature communications (2024) | experimental | DOI 10.1038/s41467-024-50730-1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from n biologically independent replicates) from ITC measurements.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n = 4 for WT, Δ3′A; n = 2 for ASLGAAA, 3′UGGU, ASLGAAA/5′GC, ASLGAAA/5′GGCC, G18C/G19C/ΔACCA; n = 3 for ΔACCA, ASLGAAA/ΔACCA; n = 9 for G18C/G19…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Fold-change values relative to WT t RNA are indicated.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Article https://doi.org/10.1038/s41467-024-50730-1 Nature Communications| (2024) 15:6385 8 as RNase P and RNase Z, we changed the stem length of…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Trbp111 employs an extraordinarily robust homodimer interface The crystal structure of Aquifex aeolicus Trbp111 was previously reported at 2.5 Å…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Here we report another crystal structure of Trbp111 at 2.3 Å in space group C2221 which exhibits substantially improved backbone and sidechain g…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As described, Trbp111 forms a homodimer where each protomer adopts a canonical OB-fold architecture resembling the Greek key motif, in which ﬁve…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The core OB-fold comprises residues 16–89, with the ﬂanking N-terminal (1–15) and C-terminal (90–111) residues of each protomer interacting in a…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The interface involves an extensive network of hydrogen bonds, salt bridges, hydrophobic interactions, aromatic stacking, and cation-π interacti…</a:t>
            </a:r>
          </a:p>
        </p:txBody>
      </p:sp>
      <p:pic>
        <p:nvPicPr>
          <p:cNvPr id="9" name="Picture 8" descr="PMC11286949_41467_2024_50730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190951"/>
            <a:ext cx="3703320" cy="4384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2024; PMID 39075051; PMCID PMC11286949; DOI 10.1038/s41467-024-50730-1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1.12 讨论与局限：Structural basis of t RNA recognition by the widespread OB fold.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1.12 | Nature communications (2024) | experimental | DOI 10.1038/s41467-024-50730-1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main findings of this work are: (1) Contrasting previous models, Trbp111 recognizes exclusively the universal 3′ end of mature t RNAs.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(2) Using its OB-fold, Trbp111 precisely recognizes the single-stranded structure, 3′ terminal location, and specific sequence of the 3′ CA dinu…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(3) Arc1p binds t RNA 3′ end similarly as Trbp but also engages the t RNA body, likely via its basic middle domain 29 – 31 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This secondary contact may have shifted or otherwise constrained its OB-t RNA 3′ end interaction giving rise to the modest differences in the ef…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pic>
        <p:nvPicPr>
          <p:cNvPr id="9" name="Picture 8" descr="PMC11286949_41467_2024_50730_Fig3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873" y="1143000"/>
            <a:ext cx="4964213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2024; PMID 39075051; PMCID PMC11286949; DOI 10.1038/s41467-024-50730-1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1.13 文献概览：Deciphering t RNA repertoires and translation coordination during mouse ea…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1.13 | Nature communications (2026) | experimental | DOI 10.1038/s41467-026-72603-5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Translational control is vital during the maternal-to-zygotic transition (MZT), yet the landscape of embryonic transfer RNA (t RNA) pools has be…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Here, we develop Optimized Reaction for Accurate Capture of Low-input Entities t RNA Sequencing (ORACLE-t RNAseq), enabling robust t RNA profili…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map t RNA landscapes from oocyte to blastocyst, identifying a distinct transition to embryonic t RNA repertoires and upregulation of t RNA ps…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2026; PMID 42062277; PMCID NA; DOI 10.1038/s41467-026-72603-5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1.13 材料方法与结果：Deciphering t RNA repertoires and translation coordination during mou…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1.13 | Nature communications (2026) | experimental | DOI 10.1038/s41467-026-72603-5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全文方法段未能自动稳定抽取；本页基于摘要、题名、图像和可下载全文信息概括实验/分析路线。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Translational control is vital during the maternal-to-zygotic transition (MZT), yet the landscape of embryonic transfer RNA (t RNA) pools has be…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Here, we develop Optimized Reaction for Accurate Capture of Low-input Entities t RNA Sequencing (ORACLE-t RNAseq), enabling robust t RNA profili…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We map t RNA landscapes from oocyte to blastocyst, identifying a distinct transition to embryonic t RNA repertoires and upregulation of t RNA ps…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Integrated multi-omics analyses reveal that zygotic t RNA gene activation coincides with zygotic genome activation (ZGA) and correlates with H3K…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By coupling ORACLE-t RNAseq with Ribo-seq, we demonstrate that embryonic t RNA anticodon pools coordinate with high translation-efficiency gene…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2026; PMID 42062277; PMCID NA; DOI 10.1038/s41467-026-72603-5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1.13 讨论与局限：Deciphering t RNA repertoires and translation coordination during mouse…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1.13 | Nature communications (2026) | experimental | DOI 10.1038/s41467-026-72603-5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Translational control is vital during the maternal-to-zygotic transition (MZT), yet the landscape of embryonic transfer RNA (t RNA) pools has be…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Here, we develop Optimized Reaction for Accurate Capture of Low-input Entities t RNA Sequencing (ORACLE-t RNAseq), enabling robust t RNA profili…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map t RNA landscapes from oocyte to blastocyst, identifying a distinct transition to embryonic t RNA repertoires and upregulation of t RNA ps…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Integrated multi-omics analyses reveal that zygotic t RNA gene activation coincides with zygotic genome activation (ZGA) and correlates with H3K…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2026; PMID 42062277; PMCID NA; DOI 10.1038/s41467-026-72603-5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1.14 文献概览：Mechanistic basis for PYROXD1-mediated protection of the human t RNA ligas…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1.14 | Nature structural &amp; molecular biology (2025) | experimental | DOI 10.1038/s41594-025-01516-6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metazoan t RNA ligase complex (t RNA-LC) has essential roles in t RNA biogenesis and unfolded protein response.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Its catalytic subunit RTCB contains a conserved active-site cysteine that is susceptible to metal ion-induced oxidative inactivation.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flavin-containing oxidoreductase PYROXD1 preserves the activity of human t RNA-LC in a NAD(P)H-dependent manner, but its protective mechanis…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pic>
        <p:nvPicPr>
          <p:cNvPr id="8" name="Picture 7" descr="PMC12263435_41594_2025_1516_Fig5_ES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260973"/>
            <a:ext cx="4251960" cy="20617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structural &amp; molecular biology 2025; PMID 40069351; PMCID PMC12263435; DOI 10.1038/s41594-025-01516-6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1.14 材料方法与结果：Mechanistic basis for PYROXD1-mediated protection of the human t RNA…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1.14 | Nature structural &amp; molecular biology (2025) | experimental | DOI 10.1038/s41594-025-01516-6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, additional references, Nature Portfolio reporting sum- maries, source data, extended data, supplementary information, acknowledgements, peer r…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Characterizing expression and processing of precursor and mature human t RNAs by hydro-t RNAseq and PAR-CLIP.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t RNA introns: presence, processing, and purpose.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Precise excision of intervening sequences from precursor t RNAs by a membrane-associated yeast endonuclease.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Molecular architecture of the RTCB–PYROXD1 complex To elucidate the mechanism underlying the protective function of the flavoprotein PYROXD1 in…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Co-precipitation of recombinant PYROXD1 by immobilized RTCB required the presence of 0.5 m M NADH (Extended Data Fig.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1a), in agreement with our prior work demonstrating that the interaction of RTCB and PYROXD1 is NAD(P)H-dependent and that NAD(P)+ does not supp…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Furthermore, PYROXD1 co-precipitation was observed in the presence of a variety of divalent metal cations (Ca2+, Co2+, Cu2+, Mg2+, Mn2+, Ni2+ an…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1b), confirming that the interaction is divalent cation-dependent19.</a:t>
            </a:r>
          </a:p>
        </p:txBody>
      </p:sp>
      <p:pic>
        <p:nvPicPr>
          <p:cNvPr id="9" name="Picture 8" descr="PMC12263435_41594_2025_1516_Fig6_ES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351" y="1143000"/>
            <a:ext cx="3310856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structural &amp; molecular biology 2025; PMID 40069351; PMCID PMC12263435; DOI 10.1038/s41594-025-01516-6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1.14 讨论与局限：Mechanistic basis for PYROXD1-mediated protection of the human t RNA li…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1.14 | Nature structural &amp; molecular biology (2025) | experimental | DOI 10.1038/s41594-025-01516-6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RNA ligase activity of the t RNA-LC is essential for cellular RNA metabolism.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enzymatic mechanism of RTCB, the catalytic subunit of t RNA-LC, has anaerobic origins16,17 and is dependent on a highly reac- tive cysteine…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 metazoa, RTCB has co-evolved with the oxidoreductase PYROXD1, which protects RTCB from oxidative inac- tivation, whereas in land plants and f…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 this work, we combined single-particle cryo-EM with biochemical experiments to reveal the mechanistic basis for the protective function of PY…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pic>
        <p:nvPicPr>
          <p:cNvPr id="9" name="Picture 8" descr="PMC12263435_41594_2025_1516_Fig6_ES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091" y="1143000"/>
            <a:ext cx="3479777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structural &amp; molecular biology 2025; PMID 40069351; PMCID PMC12263435; DOI 10.1038/s41594-025-01516-6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1.15 文献概览：AAV-delivered engineered suppressor t RNA rescues visual function in mice…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1.15 | Nature communications (2025) | experimental | DOI 10.1038/s41467-025-66176-y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Inherited retinal diseases (IRDs) are a heterogenous group of retinal degenerative diseases with at least 300 causative genes identified to date…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In-frame nonsense mutations account for approximately 18.5% of human IRDs-related mutations 2 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m RNAs bearing premature stop codon (PTC) are incapable of producing full-length proteins and frequently activate nonsense mediated decay (NMD)…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pic>
        <p:nvPicPr>
          <p:cNvPr id="8" name="Picture 7" descr="PMC12712100_41467_2025_66176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83062"/>
            <a:ext cx="4251960" cy="26175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2025; PMID 41407712; PMCID PMC12712100; DOI 10.1038/s41467-025-66176-y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1.15 材料方法与结果：AAV-delivered engineered suppressor t RNA rescues visual function in…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1.15 | Nature communications (2025) | experimental | DOI 10.1038/s41467-025-66176-y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Description of Additional Supplementary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 cell culture models, challenges remain for in vivo delivery, particularly regarding efﬁcacy, stability, and safety.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 this study, we engineer the body sequence of sup- t RNAArg to enhance readthrough efﬁciency at clinically relevant PTCs in the RPE65 and ABCA…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By using the self-complementary adeno-associated virus (sc AAV), we achieve restoration of RPE65 protein expression in up to 50.2% retinal pigme…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Notably, the engineered sup-t RNAArg sig- niﬁcantly restores retinal function in mice, with effects lasting for at least 36 weeks.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Furthermore, sc AAV8.sup-t RNAArg exhibits minimal retinal toxicity and had negligible effects on global readthrough at native termination codon…</a:t>
            </a:r>
          </a:p>
        </p:txBody>
      </p:sp>
      <p:pic>
        <p:nvPicPr>
          <p:cNvPr id="9" name="Picture 8" descr="PMC12712100_41467_2025_66176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542848"/>
            <a:ext cx="3703320" cy="16808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2025; PMID 41407712; PMCID PMC12712100; DOI 10.1038/s41467-025-66176-y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1.15 讨论与局限：AAV-delivered engineered suppressor t RNA rescues visual function in mi…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1.15 | Nature communications (2025) | experimental | DOI 10.1038/s41467-025-66176-y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 this proof-of-concept study, we demonstrated the therapeutic potential of sup-t RNA Arg in suppressing nonsense mutation that causes IRDs in…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screened eleven near-cognate sup-t RNA Arg and identified the most efficient one, sup-t RNA Arg -TCT-1.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By applying a body sequence engineering strategy based on sup-t RNA Arg -TCT-1, we generated an optimized variant, sup-t RNA Arg -A4T1, which re…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Using an sc AAV-based gene delivery platform, we successfully restored retinal function and vision-guided behavior in rd12 mice without signific…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与本子项目的关系：该文可用于解释 tRNA 结构、修饰或互作如何转化为翻译/免疫/疾病功能。</a:t>
            </a:r>
          </a:p>
        </p:txBody>
      </p:sp>
      <p:pic>
        <p:nvPicPr>
          <p:cNvPr id="9" name="Picture 8" descr="PMC12712100_41467_2025_66176_Fig3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847" y="1143000"/>
            <a:ext cx="4166264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2025; PMID 41407712; PMCID PMC12712100; DOI 10.1038/s41467-025-66176-y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143000"/>
            <a:ext cx="1097280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700" b="1">
                <a:solidFill>
                  <a:srgbClr val="000000"/>
                </a:solidFill>
                <a:latin typeface="Microsoft YaHei"/>
              </a:rPr>
              <a:t>Part 2. tRNA 分析工具与算法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828800"/>
            <a:ext cx="10972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tRNA analysis tools and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304288"/>
            <a:ext cx="10972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0">
                <a:solidFill>
                  <a:srgbClr val="505050"/>
                </a:solidFill>
                <a:latin typeface="Microsoft YaHei"/>
              </a:rPr>
              <a:t>本部分包含 15 篇文献，每篇 3 页。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10607040" cy="30175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1. RNA-triggered Cas12a3 cleaves t RNA tails to execute bacterial immunity.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2. AAV-delivered suppressor t RNA overcomes a nonsense mutation in mice.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3. Design, construction, and functional characterization of a t RNA neochromosome in yeast.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4. Quantitative analysis of t RNA abundance and modifications by nanopore RNA sequencing.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5. Quantifying t RNA abundance by sequencing.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6. High-resolution quantitative profiling of t RNA abundance and modification status in eukaryote…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7. A ligation-independent sequencing method reveals t RNA-derived RNAs with blocked 3' termini.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8. A pro-metastatic t RNA fragment drives Nucleolin oligomerization and stabilization of its boun…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9. Deciphering t RNA repertoires and translation coordination during mouse early embryogenesis by…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10. In vivo structure profiling reveals human cytosolic and mitochondrial t RNA structurome and in…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11. Genome-wide profiling of t RNA modifications by Induro-t RNAseq reveals coordinated changes.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12. t RNA renovatio: Rebirth through fragmentation.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13. t RNA modification dynamics from individual organisms to metaepitranscriptomics of microbiomes.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14. Nanopore sequencing of intact aminoacylated t RNAs.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15. Quantitative t RNA-sequencing uncovers metazoan tissue-specific t RNA regulation.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2.1 文献概览：RNA-triggered Cas12a3 cleaves t RNA tails to execute bacterial immunity.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2.1 | Nature (2026) | experimental | DOI 10.1038/s41586-025-09852-9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 all domains of life, t RNAs mediate the transfer of genetic information from m RNAs to proteins.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As their depletion suppresses translation and, consequently, viral replication, t RNAs represent long-standing and increasingly recognized targe…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 we report Cas12a3 effector nucleases from type V CRISPR-Cas adaptive immune systems in bacteria that preferentially cleave t RNAs after rec…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pic>
        <p:nvPicPr>
          <p:cNvPr id="8" name="Picture 7" descr="PMC12851939_41586_2025_9852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95536"/>
            <a:ext cx="4251960" cy="379260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2026; PMID 41501459; PMCID PMC12851939; DOI 10.1038/s41586-025-09852-9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2.1 材料方法与结果：RNA-triggered Cas12a3 cleaves t RNA tails to execute bacterial immuni…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2.1 | Nature (2026) | experimental | DOI 10.1038/s41586-025-09852-9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, additional references, Nature Portfolio reporting summa- ries, source data, extended data, supplementary information, acknowl- edgements, peer…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The making and breaking of t RNAs by ribonucleases.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Direct activation of a bacterial innate immune system by a viral capsid protein.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Phage T4-coded Stp: double-edged effector of coupled DNA and t RNA-restriction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are the averages of independent experiments (n = 2).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Note that the PAM for Mp Cas12a is the reverse complement of the sequence commonly reported for Cas12a nucleases (YYV).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d, Schematic (left) and quantification (right) of the assessment of plasmid clearance versus growth arrest in 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coli based on variations of a plasmid interference assay.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Plasmid clearance and growth arrest were differentiated on the basis of antibiotic selection for the target plasmid or the target plasmid and th…</a:t>
            </a:r>
          </a:p>
        </p:txBody>
      </p:sp>
      <p:pic>
        <p:nvPicPr>
          <p:cNvPr id="9" name="Picture 8" descr="PMC12851939_41586_2025_9852_Fig6_ES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442948"/>
            <a:ext cx="3703320" cy="38806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2026; PMID 41501459; PMCID PMC12851939; DOI 10.1038/s41586-025-09852-9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2.1 讨论与局限：RNA-triggered Cas12a3 cleaves t RNA tails to execute bacterial immunity.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2.1 | Nature (2026) | experimental | DOI 10.1038/s41586-025-09852-9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 this work, we have reported the discovery of cr RNA-guided Cas12a3 nucleases that recognize complementary RNA targets and, in response, cleav…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Integrating genetic, biochemical, sequencing and structural studies, we propose a model (Extended Data Fig.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9) in which the nuclease undergoes a large conformational change that can then bind free t RNAs through multiple sequence-specific and shape-spe…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unique t RLD in the nuclease positions the t RNA tail next to the Ruv C active site to cleave off the tail, with extensive cleavage of cellu…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pic>
        <p:nvPicPr>
          <p:cNvPr id="9" name="Picture 8" descr="PMC12851939_41586_2025_9852_Fig6_ES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001" y="1143000"/>
            <a:ext cx="4493956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2026; PMID 41501459; PMCID PMC12851939; DOI 10.1038/s41586-025-09852-9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2.2 文献概览：AAV-delivered suppressor t RNA overcomes a nonsense mutation in mice.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2.2 | Nature (2022) | experimental | DOI 10.1038/s41586-022-04533-3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Recombinant adeno-associated virus (r AAV)-based gene therapy 1 , 2 typically uses transgenes to produce therapeutic effects, such as delivering…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Although it holds tremendous promise 3 , transgene expression at non-physiological levels or in off-target cell and tissue types may cause toxic…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Therefore, harnessing the endogenous gene expression regulation is an attractive approach to gene therapy development.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2022; PMID 35322228; PMCID PMC9446716; DOI 10.1038/s41586-022-04533-3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2.2 材料方法与结果：AAV-delivered suppressor t RNA overcomes a nonsense mutation in mice.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2.2 | Nature (2022) | experimental | DOI 10.1038/s41586-022-04533-3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全文方法段未能自动稳定抽取；本页基于摘要、题名、图像和可下载全文信息概括实验/分析路线。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Gene therapy is a potentially curative medicine for many currently untreatable diseases, and recombinant adeno-associated virus (r AAV) is the m…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However, r AAV-based gene therapy suffers from several limitations, such as constrained DNA cargo size and toxicities caused by non-physiologica…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Here we show that r AAV delivery of a suppressor t RNA (r AAV.sup-t RNA) safely and efficiently rescued a genetic disease in a mouse model carry…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Mechanistically, this was achieved through a synergistic effect of premature stop codon readthrough and inhibition of nonsense-mediated m RNA de…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r AAV.sup-t RNA had a limited effect on global readthrough at normal stop codons and did not perturb endogenous t RNA homeostasis, as determined…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2022; PMID 35322228; PMCID PMC9446716; DOI 10.1038/s41586-022-04533-3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2.2 讨论与局限：AAV-delivered suppressor t RNA overcomes a nonsense mutation in mice.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2.2 | Nature (2022) | experimental | DOI 10.1038/s41586-022-04533-3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Here, we combined r AAV-based gene delivery and sup-t RNA-mediated PTC readthrough to develop AAV-No STOP, which overcame a pathogenic nonsense…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Importantly, AAV-No STOP demonstrated a good safety profile and stable efficacy more than six months after treatment.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It obviates the need to deliver a full-length c DNA that may exceed the packaging limit of r AAV such as CFTR for cystic fibrosis, or elicit imm…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 contrast to gene replacement therapy, AAV-No STOP operates on endogenous transcripts, and therefore restores gene function under physiologica…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2022; PMID 35322228; PMCID PMC9446716; DOI 10.1038/s41586-022-04533-3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2.3 文献概览：Design, construction, and functional characterization of a t RNA neochromo…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2.3 | Cell (2023) | experimental | DOI 10.1016/j.cell.2023.10.015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Here, we report the design, construction, and characterization of a t RNA neochromosome, a designer chromosome that functions as an additional,…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Intending to address one of the central design principles of the Sc2.0 project, the ∼190-kb t RNA neochromosome houses all 275 relocated nuclear…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To maximize stability, the design incorporates orthogonal genetic elements from non-S.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Cell 2023; PMID 37944512; PMCID NA; DOI 10.1016/j.cell.2023.10.015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2.3 材料方法与结果：Design, construction, and functional characterization of a t RNA neoc…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2.3 | Cell (2023) | experimental | DOI 10.1016/j.cell.2023.10.015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全文方法段未能自动稳定抽取；本页基于摘要、题名、图像和可下载全文信息概括实验/分析路线。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Here, we report the design, construction, and characterization of a t RNA neochromosome, a designer chromosome that functions as an additional,…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Intending to address one of the central design principles of the Sc2.0 project, the ∼190-kb t RNA neochromosome houses all 275 relocated nuclear…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To maximize stability, the design incorporates orthogonal genetic elements from non-S.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Furthermore, the presence of 283 rox recombination sites enables an orthogonal t RNA SCRa Mb LE system.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Following construction in yeast, we obtained evidence of a potent selective force, manifesting as a spontaneous doubling in cell ploidy.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Cell 2023; PMID 37944512; PMCID NA; DOI 10.1016/j.cell.2023.10.015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2.3 讨论与局限：Design, construction, and functional characterization of a t RNA neochr…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2.3 | Cell (2023) | experimental | DOI 10.1016/j.cell.2023.10.015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Here, we report the design, construction, and characterization of a t RNA neochromosome, a designer chromosome that functions as an additional,…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Intending to address one of the central design principles of the Sc2.0 project, the ∼190-kb t RNA neochromosome houses all 275 relocated nuclear…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To maximize stability, the design incorporates orthogonal genetic elements from non-S.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Furthermore, the presence of 283 rox recombination sites enables an orthogonal t RNA SCRa Mb LE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Cell 2023; PMID 37944512; PMCID NA; DOI 10.1016/j.cell.2023.10.015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2.4 文献概览：Quantitative analysis of t RNA abundance and modifications by nanopore RNA…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2.4 | Nature biotechnology (2024) | experimental | DOI 10.1038/s41587-023-01743-6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of both m5U54 and m1A58, and m5U54 positively influencing the intro- duction of m1A58.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To explore whether our method could capture the effect of Ψ55 loss on other modifications, we examined the summed basecalling error (base mismat…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4 | Nano-t RNAseq can quantify t RNA abundance and RNA modifications as well as capture modification interdependencies.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pic>
        <p:nvPicPr>
          <p:cNvPr id="8" name="Picture 7" descr="PMC10791586_41587_2023_1743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24982"/>
            <a:ext cx="4251960" cy="37337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biotechnology 2024; PMID 37024678; PMCID PMC10791586; DOI 10.1038/s41587-023-01743-6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2.4 材料方法与结果：Quantitative analysis of t RNA abundance and modifications by nanopor…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2.4 | Nature biotechnology (2024) | experimental | DOI 10.1038/s41587-023-01743-6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Our results show that Nano-t RNAseq, when used with optimized mapping settings and custom Min KNOW configuration, resulted in observed t RNA abu…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We, therefore, wondered whether t RNA abundances predicted using Nano-t RNAseq would correlate well with Illumina-based approaches.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To this end, we compared Nano-t RNAseq 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cerevisiae t RNA abundances to those reported using three different Illumina-based methods: (1) ARM-seq 74 , (2) Hydro-t RNAseq 80 and (3) mim-t…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Nanopore DRS is a well-established long-read sequencing technology to study RNA molecules, typically polyadenylated m RNAs 93 – 97 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Although several works have shown that this technology can also be used to study short RNA molecules, such as sno RNAs and sn RNAs 96 , 98 , DRS…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 addition, the first ~15 nt at the 5′ end of RNA molecules are typically lost in DRS runs 93 , 99 , as this portion cannot be adequately basec…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To overcome these limitations, we reasoned that extension of the 5′ and 3′ ends of the t RNA would lead to improved sequencing of t RNA molecule…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We first attempted a modified t RNA DRS approach in which a 5′ RNA adapter, complementary to the 3′ CCA overhang present in mature t RNA molecul…</a:t>
            </a:r>
          </a:p>
        </p:txBody>
      </p:sp>
      <p:pic>
        <p:nvPicPr>
          <p:cNvPr id="9" name="Picture 8" descr="PMC10791586_41587_2023_1743_Fig6_ES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819" y="1143000"/>
            <a:ext cx="3435921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biotechnology 2024; PMID 37024678; PMCID PMC10791586; DOI 10.1038/s41587-023-01743-6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2.4 讨论与局限：Quantitative analysis of t RNA abundance and modifications by nanopore…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2.4 | Nature biotechnology (2024) | experimental | DOI 10.1038/s41587-023-01743-6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For many years, t RNAs and their modifications have been primarily viewed as static contributors to gene expression and t RNA structure 127 – 13…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However, multiple studies have shown that t RNA abundances and modification profiles are, in fact, dynamic and can differ in distinct cellular 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Measuring both t RNA abundances and their modifications with single-transcript resolution has not been feasible due to a lack of available metho…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This has been a substantial limitation in moving forward with studying the biological function and dynamics of t RNA populations and their modif…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pic>
        <p:nvPicPr>
          <p:cNvPr id="9" name="Picture 8" descr="PMC10791586_41587_2023_1743_Fig7_ES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121" y="1143000"/>
            <a:ext cx="4325716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biotechnology 2024; PMID 37024678; PMCID PMC10791586; DOI 10.1038/s41587-023-01743-6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2.5 文献概览：Quantifying t RNA abundance by sequencing.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2.5 | Nature genetics (2023) | experimental | DOI 10.1038/s41588-023-01404-z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genetics 2023; PMID 37173525; PMCID NA; DOI 10.1038/s41588-023-01404-z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2.5 材料方法与结果：Quantifying t RNA abundance by sequencing.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2.5 | Nature genetics (2023) | experimental | DOI 10.1038/s41588-023-01404-z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全文方法段未能自动稳定抽取；本页基于摘要、题名、图像和可下载全文信息概括实验/分析路线。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genetics 2023; PMID 37173525; PMCID NA; DOI 10.1038/s41588-023-01404-z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2.5 讨论与局限：Quantifying t RNA abundance by sequencing.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2.5 | Nature genetics (2023) | experimental | DOI 10.1038/s41588-023-01404-z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genetics 2023; PMID 37173525; PMCID NA; DOI 10.1038/s41588-023-01404-z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2.6 文献概览：High-resolution quantitative profiling of t RNA abundance and modification…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2.6 | Molecular cell (2021) | experimental | DOI 10.1016/j.molcel.2021.01.028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Measurements of cellular t RNA abundance are hampered by pervasive blocks to c DNA synthesis at modified nucleosides and the extensive similarit…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overcome these limitations with modification-induced misincorporation t RNA sequencing (mim-t RNAseq), which combines a workflow for full-len…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Our method accurately captures t RNA abundance and modification status in yeast, fly, and human cells and is applicable to any organism with a k…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2021; PMID 33581077; PMCID PMC8062790; DOI 10.1016/j.molcel.2021.01.028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2.6 材料方法与结果：High-resolution quantitative profiling of t RNA abundance and modific…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2.6 | Molecular cell (2021) | experimental | DOI 10.1016/j.molcel.2021.01.028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全文方法段未能自动稳定抽取；本页基于摘要、题名、图像和可下载全文信息概括实验/分析路线。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Measurements of cellular t RNA abundance are hampered by pervasive blocks to c DNA synthesis at modified nucleosides and the extensive similarit…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We overcome these limitations with modification-induced misincorporation t RNA sequencing (mim-t RNAseq), which combines a workflow for full-len…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Our method accurately captures t RNA abundance and modification status in yeast, fly, and human cells and is applicable to any organism with a k…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We applied mim-t RNAseq to discover a dramatic heterogeneity of t RNA isodecoder pools among diverse human cell lines and a surprising interdepe…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2021; PMID 33581077; PMCID PMC8062790; DOI 10.1016/j.molcel.2021.01.028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2.6 讨论与局限：High-resolution quantitative profiling of t RNA abundance and modificat…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2.6 | Molecular cell (2021) | experimental | DOI 10.1016/j.molcel.2021.01.028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Measurements of cellular t RNA abundance are hampered by pervasive blocks to c DNA synthesis at modified nucleosides and the extensive similarit…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overcome these limitations with modification-induced misincorporation t RNA sequencing (mim-t RNAseq), which combines a workflow for full-len…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Our method accurately captures t RNA abundance and modification status in yeast, fly, and human cells and is applicable to any organism with a k…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applied mim-t RNAseq to discover a dramatic heterogeneity of t RNA isodecoder pools among diverse human cell lines and a surprising interdepe…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2021; PMID 33581077; PMCID PMC8062790; DOI 10.1016/j.molcel.2021.01.028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2.7 文献概览：A ligation-independent sequencing method reveals t RNA-derived RNAs with b…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2.7 | Molecular cell (2024) | experimental | DOI 10.1016/j.molcel.2024.07.008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Prokaryotic and eukaryotic cells synthesize a vast range of RNA classes that greatly vary in size and function.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 criterion for RNA classification is their coding capacity, which distinguishes protein-coding RNAs (messenger RNAs; m RNAs) from non-coding RN…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latter can be subdivided into structural nc RNAs, such as ribosomal RNAs (r RNAs) and transfer RNAs (t RNAs); small nuclear (sn RNAs) and nu…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2024; PMID 39096899; PMCID PMC11455606; DOI 10.1016/j.molcel.2024.07.008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2.7 材料方法与结果：A ligation-independent sequencing method reveals t RNA-derived RNAs w…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2.7 | Molecular cell (2024) | experimental | DOI 10.1016/j.molcel.2024.07.008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The synthetic 20 and 50 nts fragments were synthesized by Integrated DNA technologies (IDT) ( Table S1 ).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For 3’ biotinylated RNAs, we performed a purification step using Dynabeads My One Streptavidin C1 beads (Invitrogen, Cat.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No 65001) followed by Tri Pure (Roche, Cat.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No 11667165001) purification to ensure all RNAs used in the reaction contained biotin.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Despite the numerous sequencing methods available, the diversity in RNA size and chemical modification makes it difficult to capture all RNAs in…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We developed a method that combines quasi-random priming with template switching to construct sequencing libraries from RNA molecules of any len…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Our ligation-independent detection of all types of RNA (LIDAR) is a simple, effective tool to identify and quantify all classes of coding and no…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With LIDAR, we comprehensively characterized the transcriptomes of mouse embryonic stem cells, neural progenitor cells, mouse tissues, and sperm.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LIDAR detected a much larger variety of t RNA-derived RNAs (t DRs) compared with traditional ligation-dependent sequencing methods and uncovered…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2024; PMID 39096899; PMCID PMC11455606; DOI 10.1016/j.molcel.2024.07.008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2.7 讨论与局限：A ligation-independent sequencing method reveals t RNA-derived RNAs wit…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2.7 | Molecular cell (2024) | experimental | DOI 10.1016/j.molcel.2024.07.008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Here, we presented LIDAR, an RNA-seq technique that utilizes a custom template-switch strategy combined with quasi- random hexamer priming to se…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LIDAR is a powerful, simple, and fast RNA-seq method that allows comprehensive characterization of coding and noncoding transcriptomes from limi…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LIDAR captured a large variety of RNAs in mouse ESCs, NPCs, brain, testis, and sperm, including full-length t RNAs and 3’ t DRs with blocked 3’…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While the functional implications of the presence of these 3’-blocked t DRs in tissues and sperm are currently unknown, we noticed that they are…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2024; PMID 39096899; PMCID PMC11455606; DOI 10.1016/j.molcel.2024.07.008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2.8 文献概览：A pro-metastatic t RNA fragment drives Nucleolin oligomerization and stabi…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2.8 | Molecular cell (2022) | experimental | DOI 10.1016/j.molcel.2022.05.008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Transfer RNA-derived RNA fragments (t RFs) are a novel class of small non-coding RNAs cleaved from mature or precursor transfer RNAs (t RNAs).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TRFs are classified into distinct groups based on their sites of origin within t RNAs.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5’- and 3’-t RNA halves arise from cleavage within the anticodon loop by Angiogenin, RNase L, or RNase 1 ( Donovan et al., 2017 ; Fu et al., 200…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2022; PMID 35654044; PMCID PMC9444141; DOI 10.1016/j.molcel.2022.05.008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2.8 材料方法与结果：A pro-metastatic t RNA fragment drives Nucleolin oligomerization and…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2.8 | Molecular cell (2022) | experimental | DOI 10.1016/j.molcel.2022.05.008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FLAG-tagged mouse Nucleolin c DNA was cloned into pc DNA3.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Mouse Mthfd1l or Pafah1b1 c DNAs were cloned into the p LJC6-EF1core-Blast vector.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The 5’ UTR of mouse 5’-t RF Cys targets Pafah1b1 and Mthfd1l or non-target GAPDH were cloned into the psi CHECK2 vector (Promega).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Synthetic 5’-t RF-Cys antisense sequence or a scrambled control sequence embedded in the tough decoy backbone ( Haraguchi et 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Stress-induced cleavage of transfer RNAs (t RNAs) into t RNA-derived fragments (t RFs) occurs across organisms from yeast to humans; yet, its me…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Small RNA profiling revealed increased abundance of a cysteine t RNA fragment (5'-t RFCys) during breast cancer metastatic progression.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5'-t RFCys was required for efficient breast cancer metastatic lung colonization and cancer cell survival.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We identified Nucleolin as the direct binding partner of 5'-t RFCys.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5'-t RFCys promoted the oligomerization of Nucleolin and its bound metabolic transcripts Mthfd1l and Pafah1b1 into a higher-order transcript sta…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2022; PMID 35654044; PMCID PMC9444141; DOI 10.1016/j.molcel.2022.05.008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2.8 讨论与局限：A pro-metastatic t RNA fragment drives Nucleolin oligomerization and st…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2.8 | Molecular cell (2022) | experimental | DOI 10.1016/j.molcel.2022.05.008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 vivo and in vitro experiments revealed that 5’-t RF Cys promoted metastatic lung colonization of breast cancer cells by enhancing cancer cell…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found that two metabolic enzymes—Pafah1b1 and Mthfd1l—act downstream of 5’-t RF Cys to enhance cancer cell survival and metastasis.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Pafah1b1 and two catalytic enzymes, Pafah1b2 and Pafah1b3, form the type I Platelet-activating factor acetylhydrolase complex ( Arai et al.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Pafah1b1 is proposed to control the platelet-activating factor (PAF) levels by regulating the enzymatic activity of Pafah1b2 and Pafah1b3 ( Arai…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2022; PMID 35654044; PMCID PMC9444141; DOI 10.1016/j.molcel.2022.05.008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2.9 文献概览：Deciphering t RNA repertoires and translation coordination during mouse ea…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2.9 | Nature communications (2026) | experimental | DOI 10.1038/s41467-026-72603-5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Translational control is vital during the maternal-to-zygotic transition (MZT), yet the landscape of embryonic transfer RNA (t RNA) pools has be…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Here, we develop Optimized Reaction for Accurate Capture of Low-input Entities t RNA Sequencing (ORACLE-t RNAseq), enabling robust t RNA profili…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map t RNA landscapes from oocyte to blastocyst, identifying a distinct transition to embryonic t RNA repertoires and upregulation of t RNA ps…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2026; PMID 42062277; PMCID NA; DOI 10.1038/s41467-026-72603-5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2.9 材料方法与结果：Deciphering t RNA repertoires and translation coordination during mou…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2.9 | Nature communications (2026) | experimental | DOI 10.1038/s41467-026-72603-5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全文方法段未能自动稳定抽取；本页基于摘要、题名、图像和可下载全文信息概括实验/分析路线。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Translational control is vital during the maternal-to-zygotic transition (MZT), yet the landscape of embryonic transfer RNA (t RNA) pools has be…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Here, we develop Optimized Reaction for Accurate Capture of Low-input Entities t RNA Sequencing (ORACLE-t RNAseq), enabling robust t RNA profili…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We map t RNA landscapes from oocyte to blastocyst, identifying a distinct transition to embryonic t RNA repertoires and upregulation of t RNA ps…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Integrated multi-omics analyses reveal that zygotic t RNA gene activation coincides with zygotic genome activation (ZGA) and correlates with H3K…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By coupling ORACLE-t RNAseq with Ribo-seq, we demonstrate that embryonic t RNA anticodon pools coordinate with high translation-efficiency gene…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2026; PMID 42062277; PMCID NA; DOI 10.1038/s41467-026-72603-5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2.9 讨论与局限：Deciphering t RNA repertoires and translation coordination during mouse…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2.9 | Nature communications (2026) | experimental | DOI 10.1038/s41467-026-72603-5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Translational control is vital during the maternal-to-zygotic transition (MZT), yet the landscape of embryonic transfer RNA (t RNA) pools has be…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Here, we develop Optimized Reaction for Accurate Capture of Low-input Entities t RNA Sequencing (ORACLE-t RNAseq), enabling robust t RNA profili…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map t RNA landscapes from oocyte to blastocyst, identifying a distinct transition to embryonic t RNA repertoires and upregulation of t RNA ps…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Integrated multi-omics analyses reveal that zygotic t RNA gene activation coincides with zygotic genome activation (ZGA) and correlates with H3K…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2026; PMID 42062277; PMCID NA; DOI 10.1038/s41467-026-72603-5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2.10 文献概览：In vivo structure profiling reveals human cytosolic and mitochondrial t RN…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2.10 | Nature communications (2025) | experimental | DOI 10.1038/s41467-025-59435-5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RNAs are both carriers of genetic information and adapters that mediate biomolecular interactions.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 cells, RNAs fold into secondary and tertiary structures to detect metabolites 1 – 3 , recruit proteins 4 , 5 , and regulate phase separation…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Stable RNA structures also impact RNA–RNA interactions and affect RNA stabilities.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pic>
        <p:nvPicPr>
          <p:cNvPr id="8" name="Picture 7" descr="PMC12125218_41467_2025_59435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05032"/>
            <a:ext cx="4251960" cy="37736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2025; PMID 40447571; PMCID PMC12125218; DOI 10.1038/s41467-025-59435-5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2.10 材料方法与结果：In vivo structure profiling reveals human cytosolic and mitochondrial…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2.10 | Nature communications (2025) | experimental | DOI 10.1038/s41467-025-59435-5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, the in vivo structures of t RNAs have been largely taken for granted to resemble their in vitro forms.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However, t RNAs have many well-characterized protein inter- actions and modiﬁcations in vivo, which led us to hypothesize that their in vivo str…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applied t RNA structure-seq to examine in vivo structures of E.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coli t RNAs and revealed dynamics of t RNA folding under heat stress20.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reveal varia- tions of t RNA structurome and dynamic interactome that have functional consequences in translational regulation.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RNAs are both carriers of genetic information and adapters that mediate biomolecular interactions.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 cells, RNAs fold into secondary and tertiary structures to detect metabolites1–3, recruit proteins4,5, and regulate phase separation6.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Stable RNA structures also impact RNA–RNA interactions and affect RNA stabilities.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 biological pro- cesses, including transcription, m RNA splicing, and translation, RNA structures play universal and profound regulatory roles.</a:t>
            </a:r>
          </a:p>
        </p:txBody>
      </p:sp>
      <p:pic>
        <p:nvPicPr>
          <p:cNvPr id="9" name="Picture 8" descr="PMC12125218_41467_2025_59435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76331"/>
            <a:ext cx="3703320" cy="3013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2025; PMID 40447571; PMCID PMC12125218; DOI 10.1038/s41467-025-59435-5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2.10 讨论与局限：In vivo structure profiling reveals human cytosolic and mitochondrial t…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2.10 | Nature communications (2025) | experimental | DOI 10.1038/s41467-025-59435-5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rapid development of high-throughput sequencing methods for highly structured RNAs made it possible to examine transcriptome-wide t RNA stru…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With DM-DMS-Ma Pseq, we present comprehensive in vivo structure and interaction studies for human chromosomal and mitochondrial encoded t RNAs.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Compared to DMS mapping of m RNAs, in vivo DMS signals for t RNA are much lower; therefore, additional considerations need to be implemented to…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This was accomplished here by treating the DMS-reacted RNA samples with a m 1 A/m 3 C demethylase before RT and considering only the mutation di…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pic>
        <p:nvPicPr>
          <p:cNvPr id="9" name="Picture 8" descr="PMC12125218_41467_2025_59435_Fig3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836" y="1143000"/>
            <a:ext cx="4886287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2025; PMID 40447571; PMCID PMC12125218; DOI 10.1038/s41467-025-59435-5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2.11 文献概览：Genome-wide profiling of t RNA modifications by Induro-t RNAseq reveals co…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2.11 | Nature communications (2025) | experimental | DOI 10.1038/s41467-025-56348-1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All native t RNA molecules contain post-transcriptional modifications at 10-20% of the nucleobases across the three domains of life 1 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Many of these modifications occur in the anticodon stem-loop (ASL) with a role to modulate the quality of anticodon-codon base-pairings, while o…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Whether these two groups of modifications coordinate with each other in the development of a t RNA is unknown.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pic>
        <p:nvPicPr>
          <p:cNvPr id="8" name="Picture 7" descr="PMC11770116_41467_2025_56348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418" y="1143000"/>
            <a:ext cx="4085523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2025; PMID 39865096; PMCID PMC11770116; DOI 10.1038/s41467-025-56348-1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2.11 材料方法与结果：Genome-wide profiling of t RNA modifications by Induro-t RNAseq revea…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2.11 | Nature communications (2025) | experimental | DOI 10.1038/s41467-025-56348-1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Unless otherwise noted, we followed the manufacturer’s instructions of each kit.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Additionally, we extracted the TGIRT data from mim-t RNAseq 18 for comparison with the Induro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A multiplexing Induro-t RNAseq workﬂow In our development of Induro-t RNAseq, to reduce the number of experimental steps, we used total RNA from…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To determine the t RNA charging level of each input, we performed a periodate oxidation of the terminal 2’,3’-hydroxyls of uncharged t RNAs and…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 contrast, charged aminoacyl-t RNA (aa)-t RNAs were resistant to the oxidation and retained the normal CCA-end after deacylation in alkaline (…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The CC- and CCA-ending t RNAs, after repair of the 3’-end by T4 PNK, were each joined with a barcoded 3’-adapter via a splint ligation (step 2,…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The ligation efﬁciency was high, typically reaching &gt;75% (quantiﬁcation in</a:t>
            </a:r>
          </a:p>
        </p:txBody>
      </p:sp>
      <p:pic>
        <p:nvPicPr>
          <p:cNvPr id="9" name="Picture 8" descr="PMC11770116_41467_2025_56348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78232"/>
            <a:ext cx="3703320" cy="34100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2025; PMID 39865096; PMCID PMC11770116; DOI 10.1038/s41467-025-56348-1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2.11 讨论与局限：Genome-wide profiling of t RNA modifications by Induro-t RNAseq reveals…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2.11 | Nature communications (2025) | experimental | DOI 10.1038/s41467-025-56348-1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 we provide a genome-wide t RNAseq dataset that defines the RT signature at each readable modification across the t RNA sequence framework,…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use the recently developed group-II Induro RT and provide both practical and mechanistic insight into how to maximize its readthrough and how…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Importantly, we produce information on how modifications can undergo a coordinated shift across tissues and cell types, providing a conceptual f…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pic>
        <p:nvPicPr>
          <p:cNvPr id="9" name="Picture 8" descr="PMC11770116_41467_2025_56348_Fig3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76218"/>
            <a:ext cx="5074920" cy="424272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2025; PMID 39865096; PMCID PMC11770116; DOI 10.1038/s41467-025-56348-1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2.12 文献概览：t RNA renovatio: Rebirth through fragmentation.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2.12 | Molecular cell (2023) | review | DOI 10.1016/j.molcel.2023.09.016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transfer RNA (t RNA) stood at the center of an entire research era dedicated to the elucidation of the molecular mechanisms underlying cellu…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First discovered in 1958 and identified as the small adaptor molecule that Francis Crick had predicted in his ‘adaptor hypothesis’ in 1954, t RN…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Contemporaneously, aminoacyl-t RNA synthetases (aa RSs) were identified as the enzymes that catalyze the ATP-dependent matching of each amino ac…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2023; PMID 37802077; PMCID PMC10841463; DOI 10.1016/j.molcel.2023.09.016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2.12 综述主要论点：t RNA renovatio: Rebirth through fragmentation.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2.12 | Molecular cell (2023) | review | DOI 10.1016/j.molcel.2023.09.016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6928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主要论点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9776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 RNA function is based on unique structures that enable m RNA decoding using anticodon trinucleotides.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These structures interact with specific aminoacyl-t RNA synthetases and ribosomes using 3D shape and sequence signatures.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Beyond translation, t RNAs serve as versatile signaling molecules interacting with other RNAs and proteins.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Through evolutionary processes, t RNA fragmentation emerges as not merely random degradation but an act of recreation, generating specific short…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These ts RNAs exploit their linear sequences and newly arranged 3D structures for unexpected biological functions, epitomizing the t RNA "renova…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2023; PMID 37802077; PMCID PMC10841463; DOI 10.1016/j.molcel.2023.09.016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2.12 综合观点与空白：t RNA renovatio: Rebirth through fragmentation.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2.12 | Molecular cell (2023) | review | DOI 10.1016/j.molcel.2023.09.016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综合观点与空白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 RNA function is based on unique structures that enable m RNA decoding using anticodon trinucleotides.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These structures interact with specific aminoacyl-t RNA synthetases and ribosomes using 3D shape and sequence signatures.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Beyond translation, t RNAs serve as versatile signaling molecules interacting with other RNAs and proteins.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Through evolutionary processes, t RNA fragmentation emerges as not merely random degradation but an act of recreation, generating specific short…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2023; PMID 37802077; PMCID PMC10841463; DOI 10.1016/j.molcel.2023.09.016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2.13 文献概览：t RNA modification dynamics from individual organisms to metaepitranscript…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2.13 | Molecular cell (2022) | review | DOI 10.1016/j.molcel.2021.12.007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 RNA is the most extensively modified RNA in cells.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On average, a bacterial t RNA contains 8 modifications per molecule and a eukaryotic t RNA contains 13 modifications per molecule.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Recent studies reveal that t RNA modifications are highly dynamic and respond extensively to environmental conditions.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2022; PMID 35032425; PMCID PMC8897278; DOI 10.1016/j.molcel.2021.12.007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2.13 综述主要论点：t RNA modification dynamics from individual organisms to metaepitrans…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2.13 | Molecular cell (2022) | review | DOI 10.1016/j.molcel.2021.12.007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6928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主要论点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9776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 RNA is the most extensively modified RNA in cells.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On average, a bacterial t RNA contains 8 modifications per molecule and a eukaryotic t RNA contains 13 modifications per molecule.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Recent studies reveal that t RNA modifications are highly dynamic and respond extensively to environmental conditions.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Functions of t RNA modification dynamics include enhanced, on-demand decoding of specific codons in response genes and regulation of t RNA fragm…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This review summarizes recent advances in the studies of t RNA modification dynamics in biological processes, t RNA modification erasers, and hu…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2022; PMID 35032425; PMCID PMC8897278; DOI 10.1016/j.molcel.2021.12.007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2.13 综合观点与空白：t RNA modification dynamics from individual organisms to metaepitranscr…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2.13 | Molecular cell (2022) | review | DOI 10.1016/j.molcel.2021.12.007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综合观点与空白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 RNA is the most extensively modified RNA in cells.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On average, a bacterial t RNA contains 8 modifications per molecule and a eukaryotic t RNA contains 13 modifications per molecule.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Recent studies reveal that t RNA modifications are highly dynamic and respond extensively to environmental conditions.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Functions of t RNA modification dynamics include enhanced, on-demand decoding of specific codons in response genes and regulation of t RNA fragm…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2022; PMID 35032425; PMCID PMC8897278; DOI 10.1016/j.molcel.2021.12.007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2.14 文献概览：Nanopore sequencing of intact aminoacylated t RNAs.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2.14 | Nature communications (2025) | review | DOI 10.1038/s41467-025-62545-9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intricate landscape of t RNA modification presents persistent analytical challenges, which have impeded efforts to simultaneously resolve se…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To address these challenges, we introduce "aa-t RNA-seq", an integrated method that uses chemical ligation to sandwich the amino acid of a charg…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Our approach reveals the identity of the amino acids attached to all t RNAs in a cellular sample, at the single molecule level.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pic>
        <p:nvPicPr>
          <p:cNvPr id="8" name="Picture 7" descr="PMC12368100_41467_2025_62545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317" y="1143000"/>
            <a:ext cx="3287725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2025; PMID 40835813; PMCID PMC12368100; DOI 10.1038/s41467-025-62545-9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2.14 综述主要论点：Nanopore sequencing of intact aminoacylated t RNAs.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2.14 | Nature communications (2025) | review | DOI 10.1038/s41467-025-62545-9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6928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主要论点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9776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 chemical ligation approach enables selective capture of intact aminoacylated t RNAs While investigating prebiotic roles of aminoacyl-RNAs, we…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realized that aminoacyl-t RNAs were ana- logous to these substrates, so we tested and found that a synthetic t RNA-Gly-GCC aminoacylated with…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To accelerate the reaction between the ɑ-amino group of the aminoacyl-t RNA and the activated adapter, we included 1-(2- Hydroxyethyl)imidazole…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1c), and subjected Saccharomyces cerevisiae t RNA to a 30 min chemical ligation at p H 5.5.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Under these conditions, we achieved efﬁcient ligation of aminoacylated budding yeast t RNA as measured by acid northern blot, with &lt;0.1% backgro…</a:t>
            </a:r>
          </a:p>
        </p:txBody>
      </p:sp>
      <p:pic>
        <p:nvPicPr>
          <p:cNvPr id="7" name="Picture 6" descr="PMC12368100_41467_2025_62545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09965"/>
            <a:ext cx="5120640" cy="25466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2025; PMID 40835813; PMCID PMC12368100; DOI 10.1038/s41467-025-62545-9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2.14 综合观点与空白：Nanopore sequencing of intact aminoacylated t RNAs.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2.14 | Nature communications (2025) | review | DOI 10.1038/s41467-025-62545-9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综合观点与空白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Transfer RNAs are long-lived and undergo repeated cycles of charging and deacylation throughout their lifetime.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While t RNA biogenesis is recognized as an intricately coordinated process—spanning tran- scription, processing, modiﬁcation, and aminoacylation…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developed a chemical ligation approach to selectively capture aminoacylated t RNAs and used it to study t RNA aminoacyla- tion in a variety o…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Increased accuracy of aa-t RNA identiﬁ- cation may further enhance our understanding of how t RNA modiﬁcations act as determinants or anti-deter…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pic>
        <p:nvPicPr>
          <p:cNvPr id="9" name="Picture 8" descr="PMC12368100_41467_2025_62545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235634"/>
            <a:ext cx="5074920" cy="25238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2025; PMID 40835813; PMCID PMC12368100; DOI 10.1038/s41467-025-62545-9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2.15 文献概览：Quantitative t RNA-sequencing uncovers metazoan tissue-specific t RNA regu…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2.15 | Nature communications (2020) | experimental | DOI 10.1038/s41467-020-17879-x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Translation of the genetic code is clearly critical to all life.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While the ribosome is the cellular instrument that executes translation, it relies upon transfer RNA (t RNA) to properly decipher the genetic in…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 RNAs parlay codon identity into amino acid identity.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pic>
        <p:nvPicPr>
          <p:cNvPr id="8" name="Picture 7" descr="PMC7428014_41467_2020_17879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054" y="1143000"/>
            <a:ext cx="3182251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2020; PMID 32796835; PMCID PMC7428014; DOI 10.1038/s41467-020-17879-x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2.15 材料方法与结果：Quantitative t RNA-sequencing uncovers metazoan tissue-specific t RNA…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2.15 | Nature communications (2020) | experimental | DOI 10.1038/s41467-020-17879-x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Description of Additional Supplementary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suggest that strong anticodon buffering occurs, reducing the expression of some isodecoders as others increase in expression.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The mechanism and consequence of this buffering is unclear.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 total, we strongly feel that Quant M-t RNA-seq provides the community with a quick and relatively easy means to robustly monitor t RNA levels…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Technologies such as these should greatly accel- erate our understanding of how t RNA inﬂuences normal and disease states.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Results High-throughput sequencing of mature t RNA by Quant M- t RNA-seq.</a:t>
            </a:r>
          </a:p>
        </p:txBody>
      </p:sp>
      <p:pic>
        <p:nvPicPr>
          <p:cNvPr id="9" name="Picture 8" descr="PMC7428014_41467_2020_17879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4858" y="1143000"/>
            <a:ext cx="3609843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2020; PMID 32796835; PMCID PMC7428014; DOI 10.1038/s41467-020-17879-x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2.15 讨论与局限：Quantitative t RNA-sequencing uncovers metazoan tissue-specific t RNA r…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2.15 | Nature communications (2020) | experimental | DOI 10.1038/s41467-020-17879-x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Historically, t RNAs have been difficult to sequence due to base modifications and extensive structures which impede first-strand synthesis by R…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To circumvent these issues, the few published methods employ clever and diverse library preparation strategies.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However, each protocol has limitations.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YAMAT-seq exhibits variability between technical replicates for some t RNAs and underrepresents many t RNAs.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与本子项目的关系：该文可用于提取 tRNA 定量、注释、测序信号处理或预测算法的设计原则。</a:t>
            </a:r>
          </a:p>
        </p:txBody>
      </p:sp>
      <p:pic>
        <p:nvPicPr>
          <p:cNvPr id="9" name="Picture 8" descr="PMC7428014_41467_2020_17879_Fig3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657" y="1143000"/>
            <a:ext cx="3418645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2020; PMID 32796835; PMCID PMC7428014; DOI 10.1038/s41467-020-17879-x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143000"/>
            <a:ext cx="1097280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700" b="1">
                <a:solidFill>
                  <a:srgbClr val="000000"/>
                </a:solidFill>
                <a:latin typeface="Microsoft YaHei"/>
              </a:rPr>
              <a:t>Part 3. tRNA 修饰指纹数据库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828800"/>
            <a:ext cx="10972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tRNA mod-fingerprint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304288"/>
            <a:ext cx="10972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0">
                <a:solidFill>
                  <a:srgbClr val="505050"/>
                </a:solidFill>
                <a:latin typeface="Microsoft YaHei"/>
              </a:rPr>
              <a:t>本部分包含 15 篇文献，每篇 3 页。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10607040" cy="30175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1. t RNA modifications tune m6A-dependent m RNA decay.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2. Alanyl-t RNA synthetase, AARS1, is a lactate sensor and lactyltransferase that lactylates p53…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3. A cholesterol-responsive hepatic t RNA-derived small RNA regulates cholesterol homeostasis and…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4. Transfer RNA modifications and cellular thermotolerance.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5. NAT10 promotes cancer metastasis by modulating p300/CBP activity through chromatin-associated…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6. t RNA as an assembly chaperone for a macromolecular transcription-processing complex.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7. A ligation-independent sequencing method reveals t RNA-derived RNAs with blocked 3' termini.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8. Structural basis of t RNA recognition by the m3C RNA methyltransferase METTL6 in complex with…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9. Structures of the ribosome bound to EF-Tu-isoleucine t RNA elucidate the mechanism of AUG avoi…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10. t RNA renovatio: Rebirth through fragmentation.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11. Translational regulation by oxidative desulfuration of t RNA modifications.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12. ALKB-1-dependent t RNA methylation is required for efficient paternal mitochondrial eliminatio…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13. The molecular basis of t RNA selectivity by human pseudouridine synthase 3.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14. Perturbation of METTL1-mediated t RNA N7- methylguanosine modification induces senescence and…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15. Coronaviruses reprogram the t RNA epitranscriptome to favor viral protein expression.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3.1 文献概览：t RNA modifications tune m6A-dependent m RNA decay.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3.1 | Cell (2025) | experimental | DOI 10.1016/j.cell.2025.04.013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epitranscriptomic mark m 6 A decorates transcripts from thousands of metazoan genes and influences their processing and metabolism 1 , 2 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This includes pre-m RNA splicing, m RNA export, localization and translation.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By far the most prominent function of m 6 A is, however, its impact on m RNA decay 3 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Cell 2025; PMID 40311619; PMCID PMC12255531; DOI 10.1016/j.cell.2025.04.013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3.1 材料方法与结果：t RNA modifications tune m6A-dependent m RNA decay.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3.1 | Cell (2025) | experimental | DOI 10.1016/j.cell.2025.04.013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All unique resources generated in this study are available from the lead contact upon reasonable request with a completed Materials Transfer Agr…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mi CLIP libraries were prepared as described previously 5 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Raw sequencing reads from all mi CLIP datasets (see the Key Resource Table ) were concatenated, aligned with STAR to GRCh38/hg19 and de-duplicat…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Alignment was performed in end-to-end mode to assess the intra-read distribution of C to T transitions.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Chemically modified nucleotides in m RNA are critical regulators of gene expression, primarily through interactions with reader proteins that bi…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Here, we present a mechanism by which the epitranscriptomic mark N6-methyladenosine (m6A) is read by t RNAs during translation.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Codons that are modified with m6A are decoded inefficiently by the ribosome, rendering them "non-optimal" and inducing ribosome collisions on ce…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This couples m RNA translation to decay.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5-Methoxycarbonylmethyl-2-thiouridine (mcm5s2U) in the t RNA anticodon loop counteracts this effect.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Cell 2025; PMID 40311619; PMCID PMC12255531; DOI 10.1016/j.cell.2025.04.013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3.1 讨论与局限：t RNA modifications tune m6A-dependent m RNA decay.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3.1 | Cell (2025) | experimental | DOI 10.1016/j.cell.2025.04.013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Chemically modified nucleotides tune the activities of different RNA species such as m RNA, t RNA and r RNA.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Here, we show that two such nucleotide modifications in different RNA species interact at the molecular level in cells to exert an in vivo funct…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Using different m 6 A maps at single-nucleotide resolution, we found that m RNA decay correlates with m 6 A levels in the CDS ( Figure 1 and S1…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By combining ribosome profiling with the use of a small molecule inhibitor of METTL3, we show that translation of most codons becomes less effic…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Cell 2025; PMID 40311619; PMCID PMC12255531; DOI 10.1016/j.cell.2025.04.013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3.2 文献概览：Alanyl-t RNA synthetase, AARS1, is a lactate sensor and lactyltransferase…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3.2 | Cell (2024) | experimental | DOI 10.1016/j.cell.2024.04.002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Lysine lactylation is a post-translational modification that links cellular metabolism to protein function.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Here, we find that AARS1 functions as a lactate sensor that mediates global lysine lacylation in tumor cells.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AARS1 binds to lactate and catalyzes the formation of lactate-AMP, followed by transfer of lactate to the lysince acceptor residue.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Cell 2024; PMID 38653238; PMCID NA; DOI 10.1016/j.cell.2024.04.002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3.2 材料方法与结果：Alanyl-t RNA synthetase, AARS1, is a lactate sensor and lactyltransfe…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3.2 | Cell (2024) | experimental | DOI 10.1016/j.cell.2024.04.002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全文方法段未能自动稳定抽取；本页基于摘要、题名、图像和可下载全文信息概括实验/分析路线。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Lysine lactylation is a post-translational modification that links cellular metabolism to protein function.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Here, we find that AARS1 functions as a lactate sensor that mediates global lysine lacylation in tumor cells.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AARS1 binds to lactate and catalyzes the formation of lactate-AMP, followed by transfer of lactate to the lysince acceptor residue.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Proteomics studies reveal a large number of AARS1 targets, including p53 where lysine 120 and lysine 139 in the DNA binding domain are lactylate…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Generation and utilization of p53 variants carrying constitutively lactylated lysine residues revealed that AARS1 lactylation of p53 hinders its…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Cell 2024; PMID 38653238; PMCID NA; DOI 10.1016/j.cell.2024.04.002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3.2 讨论与局限：Alanyl-t RNA synthetase, AARS1, is a lactate sensor and lactyltransfera…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3.2 | Cell (2024) | experimental | DOI 10.1016/j.cell.2024.04.002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Lysine lactylation is a post-translational modification that links cellular metabolism to protein function.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Here, we find that AARS1 functions as a lactate sensor that mediates global lysine lacylation in tumor cells.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AARS1 binds to lactate and catalyzes the formation of lactate-AMP, followed by transfer of lactate to the lysince acceptor residue.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Proteomics studies reveal a large number of AARS1 targets, including p53 where lysine 120 and lysine 139 in the DNA binding domain are lactylate…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Cell 2024; PMID 38653238; PMCID NA; DOI 10.1016/j.cell.2024.04.002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3.3 文献概览：A cholesterol-responsive hepatic t RNA-derived small RNA regulates cholest…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3.3 | Nature communications (2025) | experimental | DOI 10.1038/s41467-025-67387-z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Cholesterol is an essential component of cell membranes and is also a precursor of numerous steroid hormones and bile acids 1 – 3 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Cholesterol homeostasis is crucial for normal cellular and biological functions, and aberrant cholesterol homeostasis can lead to the developmen…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Cholesterol concentration is tightly regulated by a feedback control system including transcriptional and post-transcriptional mechanisms 1 , 2 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pic>
        <p:nvPicPr>
          <p:cNvPr id="8" name="Picture 7" descr="PMC12706008_41467_2025_67387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8541" y="1143000"/>
            <a:ext cx="3145277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2025; PMID 41398161; PMCID PMC12706008; DOI 10.1038/s41467-025-67387-z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3.3 材料方法与结果：A cholesterol-responsive hepatic t RNA-derived small RNA regulates ch…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3.3 | Nature communications (2025) | experimental | DOI 10.1038/s41467-025-67387-z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Description Of Additional Supplementary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PANDORA-seq but not traditional small RNA-seq identiﬁes ts RNA-Glu-CTC as the most abundant ts RNA in the liver Many snc RNAs including ts RNAs…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To address this obstacle, we have recently developed an advanced PANDORA-seq to eliminate the RNA modiﬁcation-elicited sequence interferences21,…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Liver is a key organ with numerous key functions including regulating lipid homeostasis.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To reveal the hepatic snc RNA proﬁles, we isolated total RNAs from mouse liver and performed both PANDORA-seq and traditional small RNA sequenci…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As expected, traditional RNA-seq iden- tiﬁed mi RNAs as the most abundant snc RNA species in the liver (Fig.</a:t>
            </a:r>
          </a:p>
        </p:txBody>
      </p:sp>
      <p:pic>
        <p:nvPicPr>
          <p:cNvPr id="9" name="Picture 8" descr="PMC12706008_41467_2025_67387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317" y="1143000"/>
            <a:ext cx="3346924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2025; PMID 41398161; PMCID PMC12706008; DOI 10.1038/s41467-025-67387-z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3.3 讨论与局限：A cholesterol-responsive hepatic t RNA-derived small RNA regulates chol…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3.3 | Nature communications (2025) | experimental | DOI 10.1038/s41467-025-67387-z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snc RNAs play diverse roles in regulating numerous biological processes in both normal and pathological conditions 63 , 64 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For CVD research, most studies have focused on investigating the function of mi RNAs, previously considered as the dominant regulatory snc RNAs.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These studies have led to the identification of important mi RNAs in the regulation of lipid metabolism and CVD 4 , 7 – 11 , 65 , 66 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With advanced RNA sequencing methods, recent studies have unveiled surprisingly new snc RNA landscapes in various tissues and cells 21 , 41 , 44…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pic>
        <p:nvPicPr>
          <p:cNvPr id="9" name="Picture 8" descr="PMC12706008_41467_2025_67387_Fig3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850" y="1143000"/>
            <a:ext cx="3786259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2025; PMID 41398161; PMCID PMC12706008; DOI 10.1038/s41467-025-67387-z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3.4 文献概览：Transfer RNA modifications and cellular thermotolerance.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3.4 | Molecular cell (2024) | review | DOI 10.1016/j.molcel.2023.11.041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RNA molecules are modified post-transcriptionally to acquire their diverse functions.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Transfer RNA (t RNA) has the widest variety and largest numbers of RNA modifications.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 RNA modifications are pivotal for decoding the genetic code and stabilizing the tertiary structure of t RNA molecules.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2024; PMID 38181765; PMCID NA; DOI 10.1016/j.molcel.2023.11.041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3.4 综述主要论点：Transfer RNA modifications and cellular thermotolerance.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3.4 | Molecular cell (2024) | review | DOI 10.1016/j.molcel.2023.11.041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6928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主要论点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9776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RNA molecules are modified post-transcriptionally to acquire their diverse functions.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Transfer RNA (t RNA) has the widest variety and largest numbers of RNA modifications.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 RNA modifications are pivotal for decoding the genetic code and stabilizing the tertiary structure of t RNA molecules.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Alternation of t RNA modifications directly modulates the structure and function of t RNAs and regulates gene expression.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Notably, thermophilic organisms exhibit characteristic t RNA modifications that are dynamically regulated in response to varying growth temperat…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2024; PMID 38181765; PMCID NA; DOI 10.1016/j.molcel.2023.11.041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3.4 综合观点与空白：Transfer RNA modifications and cellular thermotolerance.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3.4 | Molecular cell (2024) | review | DOI 10.1016/j.molcel.2023.11.041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综合观点与空白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RNA molecules are modified post-transcriptionally to acquire their diverse functions.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Transfer RNA (t RNA) has the widest variety and largest numbers of RNA modifications.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 RNA modifications are pivotal for decoding the genetic code and stabilizing the tertiary structure of t RNA molecules.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Alternation of t RNA modifications directly modulates the structure and function of t RNAs and regulates gene expression.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2024; PMID 38181765; PMCID NA; DOI 10.1016/j.molcel.2023.11.041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3.5 文献概览：NAT10 promotes cancer metastasis by modulating p300/CBP activity through c…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3.5 | Molecular cell (2025) | experimental | DOI 10.1016/j.molcel.2025.11.010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Metastasis, a complex process by which cancer cells spread to distant organs, remains one of the most formidable challenges in oncology 1 , 2 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Metastasis is associated with most cancer-related deaths and limits the success of existing therapeutics 3 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Numerous genetic 1 , 4 , epigenetic 5 , and microenvironmental factors 6 have been implicated in the metastatic cascade, underscoring the need f…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2025; PMID 41344331; PMCID PMC12709618; DOI 10.1016/j.molcel.2025.11.010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3.5 材料方法与结果：NAT10 promotes cancer metastasis by modulating p300/CBP activity thro…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3.5 | Molecular cell (2025) | experimental | DOI 10.1016/j.molcel.2025.11.010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The NAT10-d TAG knockin vector was constructed using the protocol described elsewhere 31 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C-terminal targeting guide RNA was designed using CRISPick webpage.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sg RNA oligonucleotides purchased from IDT were annealed and ligated in the Bbs I restriction site of p X330A-1×2 (Addgene, #58766) plasmid to m…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PITCh sg RNA from p X330S-2-PITCh (Addgene #63670) vector was then inserted into the p X330A-1×2-c NAT10 vector using Golden Gate Assembly (New…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Protein and RNA acetylation are crucial for development and cancer progression.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NAT10 is the only known acetyltransferase responsible for N4-acetylcytidine (ac4C) modification of RNA.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However, the mechanism by which NAT10 contributes to cancer progression remains unclear.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Here, we show that NAT10 interacts with a mechanosensitive, metastasis-susceptibility protein complex at the nuclear pore.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Loss of NAT10's acetylation activity significantly reduces lung metastasis in both allograft and genetically engineered mouse models of breast c…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2025; PMID 41344331; PMCID PMC12709618; DOI 10.1016/j.molcel.2025.11.010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3.5 讨论与局限：NAT10 promotes cancer metastasis by modulating p300/CBP activity throug…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3.5 | Molecular cell (2025) | experimental | DOI 10.1016/j.molcel.2025.11.010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 this study, we identify NAT10 as a metastasis-associated factor in breast cancer.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Beyond its canonical nucleolar role, NAT10 is sensitive to extracellular matrix stiffness and interacts with NUP210 at the nuclear pore.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Although the precise mechanistic link between NAT10 and NUP210 remains to be defined, our data indicate that they act within a shared pathway.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NAT10 regulates transcriptional activity at the NUP210 enhancer, and a subset of NAT10 localizes to nuclear pore-associated enhancers enriched f…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2025; PMID 41344331; PMCID PMC12709618; DOI 10.1016/j.molcel.2025.11.010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3.6 文献概览：t RNA as an assembly chaperone for a macromolecular transcription-processi…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3.6 | Nature structural &amp; molecular biology (2025) | review | DOI 10.1038/s41594-025-01653-y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Transfer RNAs (t RNAs) are widely recognized for their role in translation.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Here, we describe a previously unidentified function of t RNA as an assembly chaperone.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During poxviral infection, t RNAGln/Arg lacking the anticodon mcm5s2U34 modification is specifically sequestered from the cellular t RNA pool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pic>
        <p:nvPicPr>
          <p:cNvPr id="8" name="Picture 7" descr="PMC12618233_41594_2025_1653_Fig9_ES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817" y="1143000"/>
            <a:ext cx="3942725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structural &amp; molecular biology 2025; PMID 40908366; PMCID PMC12618233; DOI 10.1038/s41594-025-01653-y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3.6 综述主要论点：t RNA as an assembly chaperone for a macromolecular transcription-pro…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3.6 | Nature structural &amp; molecular biology (2025) | review | DOI 10.1038/s41594-025-01653-y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6928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主要论点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9776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Coordinated assembly of Rap94, NPH-I and E11 with v RNAP by t RNAGln/Arg To test whether t RNAGln/Arg acts as an assembly chaperone rather than…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isolated a minimal version of v RNAP, consisting of the eight Rpo subunits, only as a presumed starting point of assembly.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This unit, along with recombinant transcription factors (Extended Data Fig.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1a) and t RNAGln/Arg isolated from complete v RNAP, was then used to study the formation of complete v RNAP in vitro (Fig.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Cosedimentation and gel mobility shift experiments showed that [32P]t RNAGln/Arg alone failed to bind minimal v RNAP (Fig.</a:t>
            </a:r>
          </a:p>
        </p:txBody>
      </p:sp>
      <p:pic>
        <p:nvPicPr>
          <p:cNvPr id="7" name="Picture 6" descr="PMC12618233_41594_2025_1653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403" y="1143000"/>
            <a:ext cx="4195433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structural &amp; molecular biology 2025; PMID 40908366; PMCID PMC12618233; DOI 10.1038/s41594-025-01653-y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3.6 综合观点与空白：t RNA as an assembly chaperone for a macromolecular transcription-proce…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3.6 | Nature structural &amp; molecular biology (2025) | review | DOI 10.1038/s41594-025-01653-y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综合观点与空白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 this study, we dissected the entire assembly pathway of complete v RNAP through a combination of biochemical and structural (cryo-EM) approac…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Our findings identify t RNA Gln/Arg as assembly chaperones for a macromolecular transcription and processing complex and, thus, add a novel aspe…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Assembly chaperones are a heterogeneous group of factors that join components with otherwise little or no affinity to each other and typically u…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They have, however, no further role with respect to the function of the assembled unit and often dissociate from the assembled particle.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pic>
        <p:nvPicPr>
          <p:cNvPr id="9" name="Picture 8" descr="PMC12618233_41594_2025_1653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505" y="1143000"/>
            <a:ext cx="2690948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structural &amp; molecular biology 2025; PMID 40908366; PMCID PMC12618233; DOI 10.1038/s41594-025-01653-y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3.7 文献概览：A ligation-independent sequencing method reveals t RNA-derived RNAs with b…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3.7 | Molecular cell (2024) | experimental | DOI 10.1016/j.molcel.2024.07.008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Despite the numerous sequencing methods available, the diversity in RNA size and chemical modification makes it difficult to capture all RNAs in…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developed a method that combines quasi-random priming with template switching to construct sequencing libraries from RNA molecules of any len…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Our ligation-independent detection of all types of RNA (LIDAR) is a simple, effective tool to identify and quantify all classes of coding and no…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2024; PMID 39096899; PMCID PMC11455606; DOI 10.1016/j.molcel.2024.07.008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3.7 材料方法与结果：A ligation-independent sequencing method reveals t RNA-derived RNAs w…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3.7 | Molecular cell (2024) | experimental | DOI 10.1016/j.molcel.2024.07.008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全文方法段未能自动稳定抽取；本页基于摘要、题名、图像和可下载全文信息概括实验/分析路线。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Despite the numerous sequencing methods available, the diversity in RNA size and chemical modification makes it difficult to capture all RNAs in…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We developed a method that combines quasi-random priming with template switching to construct sequencing libraries from RNA molecules of any len…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Our ligation-independent detection of all types of RNA (LIDAR) is a simple, effective tool to identify and quantify all classes of coding and no…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With LIDAR, we comprehensively characterized the transcriptomes of mouse embryonic stem cells, neural progenitor cells, mouse tissues, and sperm.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LIDAR detected a much larger variety of t RNA-derived RNAs (t DRs) compared with traditional ligation-dependent sequencing methods and uncovered…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2024; PMID 39096899; PMCID PMC11455606; DOI 10.1016/j.molcel.2024.07.008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3.7 讨论与局限：A ligation-independent sequencing method reveals t RNA-derived RNAs wit…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3.7 | Molecular cell (2024) | experimental | DOI 10.1016/j.molcel.2024.07.008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Despite the numerous sequencing methods available, the diversity in RNA size and chemical modification makes it difficult to capture all RNAs in…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developed a method that combines quasi-random priming with template switching to construct sequencing libraries from RNA molecules of any len…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Our ligation-independent detection of all types of RNA (LIDAR) is a simple, effective tool to identify and quantify all classes of coding and no…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With LIDAR, we comprehensively characterized the transcriptomes of mouse embryonic stem cells, neural progenitor cells, mouse tissues, and sperm.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2024; PMID 39096899; PMCID PMC11455606; DOI 10.1016/j.molcel.2024.07.008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3.8 文献概览：Structural basis of t RNA recognition by the m3C RNA methyltransferase MET…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3.8 | Nature structural &amp; molecular biology (2024) | experimental | DOI 10.1038/s41594-024-01341-3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Methylation of cytosine 32 in the anticodon loop of t RNAs to 3-methylcytosine (m3C) is crucial for cellular translation fidelity.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Misregulation of the RNA methyltransferases setting this modification can cause aggressive cancers and metabolic disturbances.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Here, we report the cryo-electron microscopy structure of the human m3C t RNA methyltransferase METTL6 in complex with seryl-t RNA synthetase (S…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pic>
        <p:nvPicPr>
          <p:cNvPr id="8" name="Picture 7" descr="PMC11479938_41594_2024_1341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19009"/>
            <a:ext cx="4251960" cy="41456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structural &amp; molecular biology 2024; PMID 38918637; PMCID PMC11479938; DOI 10.1038/s41594-024-01341-3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3.8 材料方法与结果：Structural basis of t RNA recognition by the m3C RNA methyltransferas…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3.8 | Nature structural &amp; molecular biology (2024) | experimental | DOI 10.1038/s41594-024-01341-3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, additional references, Nature Portfolio reporting sum- maries, source data, extended data, supplementary information, acknowledgements, peer r…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RNA nucleotide methylation: 2021 update.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Rapid t RNA decay can result from lack of nonessential modifications.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Retrograde transfer RNA nuclear import provides a new level of t RNA quality control in Saccharomyces cerevisiae.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, we identified the methyltransferases METTL11A and METTL11B, which methylate the N-terminal α-amino group of pro- teins, as relatives with a si…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Overall, our METTL6–Ser RS–t RNASer complex structure identifies the m3C methyltransferase-specific RNA-binding domain, which differs from so-fa…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Acceptor arm D arm T arm Anticodon arm m3C site Variable arm 32 26 22 13 7 65 49 48 53 61 1 76 18 19 44 5'P 3'OH 47B 47D 47F 47G d t RNASer t RN…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1 | The structure of the Ser RS–t RNA–METTL6 complex.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a, Domain organization of human METTL6 and Ser RS.</a:t>
            </a:r>
          </a:p>
        </p:txBody>
      </p:sp>
      <p:pic>
        <p:nvPicPr>
          <p:cNvPr id="9" name="Picture 8" descr="PMC11479938_41594_2024_1341_Fig6_ES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80781"/>
            <a:ext cx="3703320" cy="34049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structural &amp; molecular biology 2024; PMID 38918637; PMCID PMC11479938; DOI 10.1038/s41594-024-01341-3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3.8 讨论与局限：Structural basis of t RNA recognition by the m3C RNA methyltransferase…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3.8 | Nature structural &amp; molecular biology (2024) | experimental | DOI 10.1038/s41594-024-01341-3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 this work, we present the cryo-EM structure of METTL6 in com- plex with Ser RS bound to the co-products of the methyl transfer, the m3C32-mod…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identify the tripartite t RNA-binding domain of METTL6 and show that Ser RS is necessary as a t RNA selection factor that augments METTL6 act…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Aminoacetylation-independent functions of aminoacetylases have been identified, most commonly as gene-regulatory auto-feedback mechanisms53–56.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Ser RS plays a noncanonical role in vascular develop- ment that is independent of its aminoacylation activity57–59.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pic>
        <p:nvPicPr>
          <p:cNvPr id="9" name="Picture 8" descr="PMC11479938_41594_2024_1341_Fig6_ES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164526"/>
            <a:ext cx="5074920" cy="46661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structural &amp; molecular biology 2024; PMID 38918637; PMCID PMC11479938; DOI 10.1038/s41594-024-01341-3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3.9 文献概览：Structures of the ribosome bound to EF-Tu-isoleucine t RNA elucidate the m…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3.9 | Nature structural &amp; molecular biology (2024) | experimental | DOI 10.1038/s41594-024-01236-3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frequency of errors upon decoding of messenger RNA by the bacterial ribosome is low, with one misreading event per 1 × 104 codons.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 the universal genetic code, the AUN codon box specifies two amino acids, isoleucine and methionine.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 bacteria and archaea, decoding specificity of the AUA and AUG codons relies on the wobble avoidance strategy that requires modification of C3…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structural &amp; molecular biology 2024; PMID 38538914; PMCID PMC11537720; DOI 10.1038/s41594-024-01236-3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3.9 材料方法与结果：Structures of the ribosome bound to EF-Tu-isoleucine t RNA elucidate…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3.9 | Nature structural &amp; molecular biology (2024) | experimental | DOI 10.1038/s41594-024-01236-3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全文方法段未能自动稳定抽取；本页基于摘要、题名、图像和可下载全文信息概括实验/分析路线。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The frequency of errors upon decoding of messenger RNA by the bacterial ribosome is low, with one misreading event per 1 × 104 codons.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 the universal genetic code, the AUN codon box specifies two amino acids, isoleucine and methionine.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 bacteria and archaea, decoding specificity of the AUA and AUG codons relies on the wobble avoidance strategy that requires modification of C3…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Bacterial t RNAIle CAU with 2-lysylcytidine (lysidine) at the wobble position deciphers AUA while avoiding AUG.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Here we report cryo-electron microscopy structures of the Escherichia coli 70S ribosome complexed with elongation factor thermo unstable (EF-Tu)…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structural &amp; molecular biology 2024; PMID 38538914; PMCID PMC11537720; DOI 10.1038/s41594-024-01236-3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3.9 讨论与局限：Structures of the ribosome bound to EF-Tu-isoleucine t RNA elucidate th…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3.9 | Nature structural &amp; molecular biology (2024) | experimental | DOI 10.1038/s41594-024-01236-3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Structures of the 70S ribosome captured during decoding of the cognate AUA (structure I) and near-cognate AUG (structure II) codons reveal the m…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Ribosome pelleting assays of the complexes show that EF-Tu•GDPCP•Ile-t RNA Ile LAU associates with ribosomes programmed with the AUG codon in th…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Based on this observation, we first collected cryo-EM data of EF-Tu•GDPCP•Ile-t RNA Ile LAU bound to the ribosome in the process of decoding the…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However, despite extensive particle sorting using focused 3D variability analysis and 3D classification, no class average displayed the EF-Tu-te…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structural &amp; molecular biology 2024; PMID 38538914; PMCID PMC11537720; DOI 10.1038/s41594-024-01236-3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3.10 文献概览：t RNA renovatio: Rebirth through fragmentation.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3.10 | Molecular cell (2023) | review | DOI 10.1016/j.molcel.2023.09.016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 RNA function is based on unique structures that enable m RNA decoding using anticodon trinucleotides.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These structures interact with specific aminoacyl-t RNA synthetases and ribosomes using 3D shape and sequence signatures.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Beyond translation, t RNAs serve as versatile signaling molecules interacting with other RNAs and proteins.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2023; PMID 37802077; PMCID PMC10841463; DOI 10.1016/j.molcel.2023.09.016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3.10 综述主要论点：t RNA renovatio: Rebirth through fragmentation.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3.10 | Molecular cell (2023) | review | DOI 10.1016/j.molcel.2023.09.016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6928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主要论点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9776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 RNA function is based on unique structures that enable m RNA decoding using anticodon trinucleotides.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These structures interact with specific aminoacyl-t RNA synthetases and ribosomes using 3D shape and sequence signatures.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Beyond translation, t RNAs serve as versatile signaling molecules interacting with other RNAs and proteins.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Through evolutionary processes, t RNA fragmentation emerges as not merely random degradation but an act of recreation, generating specific short…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These ts RNAs exploit their linear sequences and newly arranged 3D structures for unexpected biological functions, epitomizing the t RNA "renova…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2023; PMID 37802077; PMCID PMC10841463; DOI 10.1016/j.molcel.2023.09.016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3.10 综合观点与空白：t RNA renovatio: Rebirth through fragmentation.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3.10 | Molecular cell (2023) | review | DOI 10.1016/j.molcel.2023.09.016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综合观点与空白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 RNA function is based on unique structures that enable m RNA decoding using anticodon trinucleotides.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These structures interact with specific aminoacyl-t RNA synthetases and ribosomes using 3D shape and sequence signatures.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Beyond translation, t RNAs serve as versatile signaling molecules interacting with other RNAs and proteins.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Through evolutionary processes, t RNA fragmentation emerges as not merely random degradation but an act of recreation, generating specific short…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2023; PMID 37802077; PMCID PMC10841463; DOI 10.1016/j.molcel.2023.09.016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3.11 文献概览：Translational regulation by oxidative desulfuration of t RNA modifications.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3.11 | Nature communications (2026) | experimental | DOI 10.1038/s41467-026-70126-7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Modifications in the anticodon region of transfer RNA (t RNA) are essential for accurate and efficient protein synthesis.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5-Methyl-2-thiouridine derivatives (xm5s2U) are major modifications at the wobble position of t RNA anticodons decoding purine-ending two-codon…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Although the thiocarbonyl group of xm5s2U enhances decoding efficiency, it is chemically susceptible to oxidative desulfuration, yielding 4-pyri…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pic>
        <p:nvPicPr>
          <p:cNvPr id="8" name="Picture 7" descr="PMC12976133_41467_2026_70126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2331" y="1143000"/>
            <a:ext cx="3637697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2026; PMID 41807381; PMCID PMC12976133; DOI 10.1038/s41467-026-70126-7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3.11 材料方法与结果：Translational regulation by oxidative desulfuration of t RNA modifica…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3.11 | Nature communications (2026) | experimental | DOI 10.1038/s41467-026-70126-7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coli strain BW25113 was obtained from National Bio Resource Project E.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coli) at the National Institute of Genetics (Mishima, Japan).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The Δmnm A strain was obtained from the E.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coli KEIO collection resource (Tokyo, Japan)76.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Detection of h2U derivatives in mammalian and bacterial t RNAs We reviewed our previous liquid chromatography-mass spectrometry (LC-MS) data on…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 LC-MS nucleoside analyses of total RNA from mouse livers, we clearly detected unassigned nucleosides with m/ z 301 (Fig.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 addition, we also detected nucleosides with m/z 366 in mitochondrial t RNALys isolated from pig liver (Fig.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Collision- induced dissociation (CID) of these nucleosides generated base- related ions (BH2 +) with loss of unmodiﬁed ribose (Fig.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1e, f), sug- gesting that the 32 Da loss originates from their bases.</a:t>
            </a:r>
          </a:p>
        </p:txBody>
      </p:sp>
      <p:pic>
        <p:nvPicPr>
          <p:cNvPr id="9" name="Picture 8" descr="PMC12976133_41467_2026_70126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030456"/>
            <a:ext cx="3703320" cy="27056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2026; PMID 41807381; PMCID PMC12976133; DOI 10.1038/s41467-026-70126-7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3.11 讨论与局限：Translational regulation by oxidative desulfuration of t RNA modificati…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3.11 | Nature communications (2026) | experimental | DOI 10.1038/s41467-026-70126-7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Meanwhile, mcm5h2U34 pairs with A3 via a unique geometry involving a single H-bond between O4 of mcm5h2U34 and N6 of A3 (Fig.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N3 atom of mcm5h2U no longer acts as a proton donor due to its chemical nature, so that it is not involved in any additional H-bonding (Fig.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observed geometry with a single H-bond could explain why s2U-to-h2U conversion results in loss of the ability to recognize the AAA codon (Fi…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5 | Desulfuration of t RNA modiﬁcation affects aminoacylation.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pic>
        <p:nvPicPr>
          <p:cNvPr id="9" name="Picture 8" descr="PMC12976133_41467_2026_70126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43710"/>
            <a:ext cx="5074920" cy="37077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2026; PMID 41807381; PMCID PMC12976133; DOI 10.1038/s41467-026-70126-7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3.12 文献概览：ALKB-1-dependent t RNA methylation is required for efficient paternal mito…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3.12 | Nature communications (2026) | experimental | DOI 10.1038/s41467-026-68813-6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coordination of nuclear and mitochondrial genome expression is crucial for maintaining mitochondrial function and homeostasis, despite their…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Maternal inheritance of the mitochondrial genome (mt DNA) is predominant in eukaryotes, except for certain fungi and mussels.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Paternal mitochondria are selectively eliminated during spermatogenesis and early embryogenesis, a key step for maintaining maternal mt DNA 3 –…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pic>
        <p:nvPicPr>
          <p:cNvPr id="8" name="Picture 7" descr="PMC12957315_41467_2026_68813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4733" y="1143000"/>
            <a:ext cx="3852893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2026; PMID 41611679; PMCID PMC12957315; DOI 10.1038/s41467-026-68813-6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3.12 材料方法与结果：ALKB-1-dependent t RNA methylation is required for efficient paternal…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3.12 | Nature communications (2026) | experimental | DOI 10.1038/s41467-026-68813-6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, which may potentially be insufﬁcient to detect changes in 6 m A levels in the alkb-1D247A mutants.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To further ascer- tain the role of 6 m A in PME, we overexpressed the methyl- transferase DAMT-1, which is known to increase 6 m A levels in bot…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Surprisingly, DAMT-1 overexpression did not affect the PME process (Supplementary Fig.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Collectively, these data indicate that the ALKB-1-mediated delay in PME is not related to its DNA 6 m A demethylase activity.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The demethylase ALKB-1 modulates paternal mitochondrial elimination dynamics To monitor PME in embryos, we employed the mpt Df1 mt DNA allele, w…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We used a nested PCR assay to track the pre- sence of sperm-derived mt DNA during embryogenesis (Supplementary Fig.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Crossing mpt Df1/+ heteroplasmic males with N2 hermaphrodites revealed that mpt Df1 mt DNA is present in early-stage embryos but disappeared bef…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1e), consistent with previous reports of early pater- nal mt DNA elimination21,39.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To investigate the function of methylation in the PME process, we conducted an RNA interference (RNAi) screen against potential homologs of the…</a:t>
            </a:r>
          </a:p>
        </p:txBody>
      </p:sp>
      <p:pic>
        <p:nvPicPr>
          <p:cNvPr id="9" name="Picture 8" descr="PMC12957315_41467_2026_68813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990479"/>
            <a:ext cx="3703320" cy="27856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2026; PMID 41611679; PMCID PMC12957315; DOI 10.1038/s41467-026-68813-6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3.12 讨论与局限：ALKB-1-dependent t RNA methylation is required for efficient paternal m…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3.12 | Nature communications (2026) | experimental | DOI 10.1038/s41467-026-68813-6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Maternal mitochondrial inheritance provides evolutionary benefits by limiting the accumulation of mt DNA mutations in offspring 3 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Unraveling the regulatory mechanism underlying the rapid elimination of paternal mitochondria could yield important insights for developing inno…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Given the multifaceted roles of methylation patterns in spermatogenesis and embryonic development 24 – 26 , it is of great interest to study how…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Our study reveals that ALKB-1 impairment delays PME in 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pic>
        <p:nvPicPr>
          <p:cNvPr id="9" name="Picture 8" descr="PMC12957315_41467_2026_68813_Fig3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019" y="1143000"/>
            <a:ext cx="4139920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2026; PMID 41611679; PMCID PMC12957315; DOI 10.1038/s41467-026-68813-6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3.13 文献概览：The molecular basis of t RNA selectivity by human pseudouridine synthase 3.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3.13 | Molecular cell (2024) | experimental | DOI 10.1016/j.molcel.2024.06.013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RNA consists of four different nucleotides (A, U, G, and C) that can be modified to over 170 different chemical moieties.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1 Pseudouridine (Ψ), also known as 5-ribosyluracil, is the most abundant RNA modification, affecting approximately 0.5% of all uridines.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2 The formation of Ψ requires the cleavage of the N1–C1′ glycosidic bond of uridine, followed by a rotation of the base and its re-attachment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2024; PMID 38996458; PMCID PMC11258540; DOI 10.1016/j.molcel.2024.06.013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3.13 材料方法与结果：The molecular basis of t RNA selectivity by human pseudouridine synth…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3.13 | Molecular cell (2024) | experimental | DOI 10.1016/j.molcel.2024.06.013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The codon-optimized sequence of a synthetic human PUS1 ( Q9Y606 ) ORF or PUS3 ( Q9BZE2 ) ORF fused with a glutathione- S -transferase (GST)-tag…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PUS1 and PUS3 mutants were generated using the standard mutagenesis PCR with primers that contain the mutation site sequence.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PUS1 was recombinantly expressed in the strain BL21 (DE3) Codon Plus-RIL cells.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Transformed cells were grown in LB broth and protein expressions were induced by isopropyl β-D-1-thiogalactopyranoside IPTG (1 m M) for overnigh…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Pseudouridine (Ψ), the isomer of uridine, is ubiquitously found in RNA, including t RNA, r RNA, and m RNA.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Human pseudouridine synthase 3 (PUS3) catalyzes pseudouridylation of position 38/39 in t RNAs.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However, the molecular mechanisms by which it recognizes its RNA targets and achieves site specificity remain elusive.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Here, we determine single-particle cryo-EM structures of PUS3 in its apo form and bound to three t RNAs, showing how the symmetric PUS3 homodime…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Structure-guided and patient-derived mutations validate our structural findings in complementary biochemical assays.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2024; PMID 38996458; PMCID PMC11258540; DOI 10.1016/j.molcel.2024.06.013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3.13 讨论与局限：The molecular basis of t RNA selectivity by human pseudouridine synthas…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3.13 | Molecular cell (2024) | experimental | DOI 10.1016/j.molcel.2024.06.013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PUS enzymes are ubiquitous across the tree of life and catalyze the most abundant RNA modification that regulates splicing rates, 29 m RNA half-…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Here, we present experimental evidence that PUS3 is unique among human PUS enzymes due to its dimerization, which is key to its mechanism of sub…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Our structural, biochemical, and mutational analyses provide a framework for understanding the PUS3-mediated modification mechanism and its link…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Importantly, we show that PUS3 targets t RNAs, whereas PUS1 (like other PUS enzymes) modifies t RNAs as well as m RNAs.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2024; PMID 38996458; PMCID PMC11258540; DOI 10.1016/j.molcel.2024.06.013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3.14 文献概览：Perturbation of METTL1-mediated t RNA N7- methylguanosine modification ind…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3.14 | Nature communications (2024) | experimental | DOI 10.1038/s41467-024-49796-8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Cell senescence is characterized by permanent growth arrest while remaining metabolically active 1 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Accumulation of senescent cells in tissues causes organism aging 2 – 5 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It has been reported that protein synthesis capacity decreases with senescence and aging 6 – 8 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pic>
        <p:nvPicPr>
          <p:cNvPr id="8" name="Picture 7" descr="PMC11231295_41467_2024_49796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17236"/>
            <a:ext cx="4251960" cy="23492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2024; PMID 38977661; PMCID PMC11231295; DOI 10.1038/s41467-024-49796-8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3.14 材料方法与结果：Perturbation of METTL1-mediated t RNA N7- methylguanosine modificatio…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3.14 | Nature communications (2024) | experimental | DOI 10.1038/s41467-024-49796-8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Description of Additional Supplementary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 a subset of t RNAs being targeted for RTD degradation due to m7G46 hypomethylation.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Knockdown of METTL1 drives pro- liferating cells into senescence and signiﬁcantly shortens the lifespan of mice.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Overexpression of METTL1 delays cell senescence and miti- gates tissue damage induced by chemotherapy agents.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METTL1 deﬁ- ciency leads to ribosome stalling at speciﬁc codons, triggering ribotoxic stress response(RSR) and integrated stress response(ISR).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This suppresses global translation initiation and elongation while activating the senescence-associated secretory phenotype (SASP).</a:t>
            </a:r>
          </a:p>
        </p:txBody>
      </p:sp>
      <p:pic>
        <p:nvPicPr>
          <p:cNvPr id="9" name="Picture 8" descr="PMC11231295_41467_2024_49796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3768" y="1143000"/>
            <a:ext cx="3292023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2024; PMID 38977661; PMCID PMC11231295; DOI 10.1038/s41467-024-49796-8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3.14 讨论与局限：Perturbation of METTL1-mediated t RNA N7- methylguanosine modification…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3.14 | Nature communications (2024) | experimental | DOI 10.1038/s41467-024-49796-8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 the study, we demonstrated the essential role of METTL1-mediated t RNA m7G modification in protein synthesis and its relevance in senescence…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As previously reported, a group of RNAs was recognized as substrates for METTL1 43 , 86 – 89 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PAR-CLIP revealed that 31.8% of METTL1 binding RNAs belong to t RNAs, which are the most abundant RNA species in the assay 90 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Our experiments focused on t RNAs to explore the mechanisms of METTL1 mediated senescence.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pic>
        <p:nvPicPr>
          <p:cNvPr id="9" name="Picture 8" descr="PMC11231295_41467_2024_49796_Fig3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211" y="1143000"/>
            <a:ext cx="4003536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2024; PMID 38977661; PMCID PMC11231295; DOI 10.1038/s41467-024-49796-8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3.15 文献概览：Coronaviruses reprogram the t RNA epitranscriptome to favor viral protein…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3.15 | Nature communications (2026) | experimental | DOI 10.1038/s41467-026-69700-w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Coronaviruses pose a major global health threat due to their ability to cross species barriers and establish infections in humans 1 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These zoonotic transmissions, exemplified by the COVID-19 pandemic, can give rise to novel viral strains with unpredictable consequences 2 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Gaining insights into how coronaviruses exploit host cell machineries to multiply is crucial for the development of novel antiviral approaches.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pic>
        <p:nvPicPr>
          <p:cNvPr id="8" name="Picture 7" descr="PMC13031925_41467_2026_69700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74068"/>
            <a:ext cx="4251960" cy="40355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2026; PMID 41714626; PMCID PMC13031925; DOI 10.1038/s41467-026-69700-w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3.15 材料方法与结果：Coronaviruses reprogram the t RNA epitranscriptome to favor viral pro…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3.15 | Nature communications (2026) | experimental | DOI 10.1038/s41467-026-69700-w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Description of Additional Supplementary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from wobble base pairing between the third position of the codon in the m RNA and the ﬁrst position of the anticodon in the t RNA (N34), known a…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 RNAs deliver the amino acids to the ribosome by pairing their anticodons (located at positions 34, 35 and 36) with com- plementary codons in m…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While positions 1 and 2 follow strict Watson-Crick base pairing rules, the third position allows for non-standard base pairing, which can be fur…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For example, uridine at position 34 (U34) can pair with both adenine (A) and guanine (G).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Chemical modiﬁcations at U34 modulate this ﬂex- ibility, either enhancing or restricting non-canonical base pairing.</a:t>
            </a:r>
          </a:p>
        </p:txBody>
      </p:sp>
      <p:pic>
        <p:nvPicPr>
          <p:cNvPr id="9" name="Picture 8" descr="PMC13031925_41467_2026_69700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607798"/>
            <a:ext cx="3703320" cy="15509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2026; PMID 41714626; PMCID PMC13031925; DOI 10.1038/s41467-026-69700-w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3.15 讨论与局限：Coronaviruses reprogram the t RNA epitranscriptome to favor viral prote…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3.15 | Nature communications (2026) | experimental | DOI 10.1038/s41467-026-69700-w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Our study reveals that coronavirus infection triggers a profound alteration of the t RNA modification landscape that aligns with the viral codon…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Beyond coronaviruses, many RNA viruses have A/U-rich genomes, a bias suggested to arise from multiple selective pressures.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For example, A/U-rich sequences may enhance RNA structural flexibility, thereby facilitating transitions between different stages of the viral l…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Moreover, the underrepresentation of Cp G dinucleotides likely reflects an evolutionary strategy to evade immune detection 58 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与本子项目的关系：该文可转化为修饰位点、实验条件、检测技术和证据等级字段。</a:t>
            </a:r>
          </a:p>
        </p:txBody>
      </p:sp>
      <p:pic>
        <p:nvPicPr>
          <p:cNvPr id="9" name="Picture 8" descr="PMC13031925_41467_2026_69700_Fig3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202504"/>
            <a:ext cx="5074920" cy="45901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2026; PMID 41714626; PMCID PMC13031925; DOI 10.1038/s41467-026-69700-w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143000"/>
            <a:ext cx="1097280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700" b="1">
                <a:solidFill>
                  <a:srgbClr val="000000"/>
                </a:solidFill>
                <a:latin typeface="Microsoft YaHei"/>
              </a:rPr>
              <a:t>Part 4. tRNA 相关湿实验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828800"/>
            <a:ext cx="10972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tRNA-related wet-lab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304288"/>
            <a:ext cx="10972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0">
                <a:solidFill>
                  <a:srgbClr val="505050"/>
                </a:solidFill>
                <a:latin typeface="Microsoft YaHei"/>
              </a:rPr>
              <a:t>本部分包含 15 篇文献，每篇 3 页。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10607040" cy="30175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1. RNA-triggered Cas12a3 cleaves t RNA tails to execute bacterial immunity.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2. AAV-delivered suppressor t RNA overcomes a nonsense mutation in mice.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3. Design, construction, and functional characterization of a t RNA neochromosome in yeast.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4. Quantitative analysis of t RNA abundance and modifications by nanopore RNA sequencing.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5. An engineered UGA suppressor t RNA gene for disease-agnostic AAV delivery.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6. Quantifying t RNA abundance by sequencing.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7. Translational regulation by oxidative desulfuration of t RNA modifications.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8. Rel A-Spo T Homolog toxins pyrophosphorylate the CCA end of t RNA to inhibit protein synthesis.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9. A ligation-independent sequencing method reveals t RNA-derived RNAs with blocked 3' termini.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10. t RNA m1A modification regulate HSC maintenance and self-renewal via m TORC1 signaling.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11. A methyltransferase-independent role for METTL1 in t RNA aminoacylation and oncogenic transfor…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12. Nanopore sequencing of intact aminoacylated t RNAs.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13. t RNA modification dynamics from individual organisms to metaepitranscriptomics of microbiomes.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14. High-resolution quantitative profiling of t RNA abundance and modification status in eukaryote…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0000"/>
                </a:solidFill>
                <a:latin typeface="Microsoft YaHei"/>
              </a:rPr>
              <a:t>15. In vivo structure profiling reveals human cytosolic and mitochondrial t RNA structurome and in…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4.1 文献概览：RNA-triggered Cas12a3 cleaves t RNA tails to execute bacterial immunity.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4.1 | Nature (2026) | experimental | DOI 10.1038/s41586-025-09852-9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 all domains of life, t RNAs mediate the transfer of genetic information from m RNAs to proteins.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As their depletion suppresses translation and, consequently, viral replication, t RNAs represent long-standing and increasingly recognized targe…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 we report Cas12a3 effector nucleases from type V CRISPR-Cas adaptive immune systems in bacteria that preferentially cleave t RNAs after rec…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pic>
        <p:nvPicPr>
          <p:cNvPr id="8" name="Picture 7" descr="PMC12851939_41586_2025_9852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95536"/>
            <a:ext cx="4251960" cy="379260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2026; PMID 41501459; PMCID PMC12851939; DOI 10.1038/s41586-025-09852-9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4.1 材料方法与结果：RNA-triggered Cas12a3 cleaves t RNA tails to execute bacterial immuni…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4.1 | Nature (2026) | experimental | DOI 10.1038/s41586-025-09852-9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, additional references, Nature Portfolio reporting summa- ries, source data, extended data, supplementary information, acknowl- edgements, peer…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The making and breaking of t RNAs by ribonucleases.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Direct activation of a bacterial innate immune system by a viral capsid protein.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Phage T4-coded Stp: double-edged effector of coupled DNA and t RNA-restriction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are the averages of independent experiments (n = 2).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Note that the PAM for Mp Cas12a is the reverse complement of the sequence commonly reported for Cas12a nucleases (YYV).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d, Schematic (left) and quantification (right) of the assessment of plasmid clearance versus growth arrest in 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coli based on variations of a plasmid interference assay.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Plasmid clearance and growth arrest were differentiated on the basis of antibiotic selection for the target plasmid or the target plasmid and th…</a:t>
            </a:r>
          </a:p>
        </p:txBody>
      </p:sp>
      <p:pic>
        <p:nvPicPr>
          <p:cNvPr id="9" name="Picture 8" descr="PMC12851939_41586_2025_9852_Fig6_ES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442948"/>
            <a:ext cx="3703320" cy="38806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2026; PMID 41501459; PMCID PMC12851939; DOI 10.1038/s41586-025-09852-9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4.1 讨论与局限：RNA-triggered Cas12a3 cleaves t RNA tails to execute bacterial immunity.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4.1 | Nature (2026) | experimental | DOI 10.1038/s41586-025-09852-9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 this work, we have reported the discovery of cr RNA-guided Cas12a3 nucleases that recognize complementary RNA targets and, in response, cleav…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Integrating genetic, biochemical, sequencing and structural studies, we propose a model (Extended Data Fig.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9) in which the nuclease undergoes a large conformational change that can then bind free t RNAs through multiple sequence-specific and shape-spe…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unique t RLD in the nuclease positions the t RNA tail next to the Ruv C active site to cleave off the tail, with extensive cleavage of cellu…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pic>
        <p:nvPicPr>
          <p:cNvPr id="9" name="Picture 8" descr="PMC12851939_41586_2025_9852_Fig6_ES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001" y="1143000"/>
            <a:ext cx="4493956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2026; PMID 41501459; PMCID PMC12851939; DOI 10.1038/s41586-025-09852-9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4.2 文献概览：AAV-delivered suppressor t RNA overcomes a nonsense mutation in mice.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4.2 | Nature (2022) | experimental | DOI 10.1038/s41586-022-04533-3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Gene therapy is a potentially curative medicine for many currently untreatable diseases, and recombinant adeno-associated virus (r AAV) is the m…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However, r AAV-based gene therapy suffers from several limitations, such as constrained DNA cargo size and toxicities caused by non-physiologica…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 we show that r AAV delivery of a suppressor t RNA (r AAV.sup-t RNA) safely and efficiently rescued a genetic disease in a mouse model carry…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2022; PMID 35322228; PMCID PMC9446716; DOI 10.1038/s41586-022-04533-3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4.2 材料方法与结果：AAV-delivered suppressor t RNA overcomes a nonsense mutation in mice.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4.2 | Nature (2022) | experimental | DOI 10.1038/s41586-022-04533-3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全文方法段未能自动稳定抽取；本页基于摘要、题名、图像和可下载全文信息概括实验/分析路线。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Gene therapy is a potentially curative medicine for many currently untreatable diseases, and recombinant adeno-associated virus (r AAV) is the m…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However, r AAV-based gene therapy suffers from several limitations, such as constrained DNA cargo size and toxicities caused by non-physiologica…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Here we show that r AAV delivery of a suppressor t RNA (r AAV.sup-t RNA) safely and efficiently rescued a genetic disease in a mouse model carry…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Mechanistically, this was achieved through a synergistic effect of premature stop codon readthrough and inhibition of nonsense-mediated m RNA de…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r AAV.sup-t RNA had a limited effect on global readthrough at normal stop codons and did not perturb endogenous t RNA homeostasis, as determined…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2022; PMID 35322228; PMCID PMC9446716; DOI 10.1038/s41586-022-04533-3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4.2 讨论与局限：AAV-delivered suppressor t RNA overcomes a nonsense mutation in mice.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4.2 | Nature (2022) | experimental | DOI 10.1038/s41586-022-04533-3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Gene therapy is a potentially curative medicine for many currently untreatable diseases, and recombinant adeno-associated virus (r AAV) is the m…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However, r AAV-based gene therapy suffers from several limitations, such as constrained DNA cargo size and toxicities caused by non-physiologica…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 we show that r AAV delivery of a suppressor t RNA (r AAV.sup-t RNA) safely and efficiently rescued a genetic disease in a mouse model carry…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Mechanistically, this was achieved through a synergistic effect of premature stop codon readthrough and inhibition of nonsense-mediated m RNA de…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2022; PMID 35322228; PMCID PMC9446716; DOI 10.1038/s41586-022-04533-3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4.3 文献概览：Design, construction, and functional characterization of a t RNA neochromo…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4.3 | Cell (2023) | experimental | DOI 10.1016/j.cell.2023.10.015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Here, we report the design, construction, and characterization of a t RNA neochromosome, a designer chromosome that functions as an additional,…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Intending to address one of the central design principles of the Sc2.0 project, the ∼190-kb t RNA neochromosome houses all 275 relocated nuclear…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To maximize stability, the design incorporates orthogonal genetic elements from non-S.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Cell 2023; PMID 37944512; PMCID NA; DOI 10.1016/j.cell.2023.10.015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4.3 材料方法与结果：Design, construction, and functional characterization of a t RNA neoc…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4.3 | Cell (2023) | experimental | DOI 10.1016/j.cell.2023.10.015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全文方法段未能自动稳定抽取；本页基于摘要、题名、图像和可下载全文信息概括实验/分析路线。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Here, we report the design, construction, and characterization of a t RNA neochromosome, a designer chromosome that functions as an additional,…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Intending to address one of the central design principles of the Sc2.0 project, the ∼190-kb t RNA neochromosome houses all 275 relocated nuclear…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To maximize stability, the design incorporates orthogonal genetic elements from non-S.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Furthermore, the presence of 283 rox recombination sites enables an orthogonal t RNA SCRa Mb LE system.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Following construction in yeast, we obtained evidence of a potent selective force, manifesting as a spontaneous doubling in cell ploidy.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Cell 2023; PMID 37944512; PMCID NA; DOI 10.1016/j.cell.2023.10.015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4.3 讨论与局限：Design, construction, and functional characterization of a t RNA neochr…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4.3 | Cell (2023) | experimental | DOI 10.1016/j.cell.2023.10.015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Here, we report the design, construction, and characterization of a t RNA neochromosome, a designer chromosome that functions as an additional,…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Intending to address one of the central design principles of the Sc2.0 project, the ∼190-kb t RNA neochromosome houses all 275 relocated nuclear…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To maximize stability, the design incorporates orthogonal genetic elements from non-S.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Furthermore, the presence of 283 rox recombination sites enables an orthogonal t RNA SCRa Mb LE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Cell 2023; PMID 37944512; PMCID NA; DOI 10.1016/j.cell.2023.10.015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4.4 文献概览：Quantitative analysis of t RNA abundance and modifications by nanopore RNA…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4.4 | Nature biotechnology (2024) | experimental | DOI 10.1038/s41587-023-01743-6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of both m5U54 and m1A58, and m5U54 positively influencing the intro- duction of m1A58.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To explore whether our method could capture the effect of Ψ55 loss on other modifications, we examined the summed basecalling error (base mismat…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4 | Nano-t RNAseq can quantify t RNA abundance and RNA modifications as well as capture modification interdependencies.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pic>
        <p:nvPicPr>
          <p:cNvPr id="8" name="Picture 7" descr="PMC10791586_41587_2023_1743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24982"/>
            <a:ext cx="4251960" cy="37337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biotechnology 2024; PMID 37024678; PMCID PMC10791586; DOI 10.1038/s41587-023-01743-6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4.4 材料方法与结果：Quantitative analysis of t RNA abundance and modifications by nanopor…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4.4 | Nature biotechnology (2024) | experimental | DOI 10.1038/s41587-023-01743-6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A set of nine synthetic in vitro transcribed (IVT) t RNAs of various lengths and sequences (Supplementary Table 1) were sequenced using this str…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However, this approach produced poor sequencing yields (56,002 reads; Supplementary Table 2) compared to a standard DRS run (~1–2 million reads).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Moreover, only 7.5% of reads mapped uniquely to t RNAs using minimap2 (ref.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100) with rec- ommended parameters (-ax map -ont -k15) (Supplementary Table 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Standard nanopore DRS results in low t RNA sequencing yields Nanopore DRS is a well-established long-read sequencing technol- ogy to study RNA m…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Although several works have shown that this technology can also be used to study short RNA molecules, such as sno RNAs and sn R- NAs96,98, DRS i…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 addition, the first ~15 nt at the 5′ end of RNA molecules are typically lost in DRS runs93,99, as this portion cannot be adequately basecalle…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To overcome these limitations, we reasoned that extension of the 5′ and 3′ ends of the t RNA would lead to improved sequenc- ing of t RNA molecu…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We first attempted a modified t RNA DRS approach in which a 5′ RNA adapter, complementary to the 3′ CCA overhang present in mature t RNA molecul…</a:t>
            </a:r>
          </a:p>
        </p:txBody>
      </p:sp>
      <p:pic>
        <p:nvPicPr>
          <p:cNvPr id="9" name="Picture 8" descr="PMC10791586_41587_2023_1743_Fig6_ES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819" y="1143000"/>
            <a:ext cx="3435921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biotechnology 2024; PMID 37024678; PMCID PMC10791586; DOI 10.1038/s41587-023-01743-6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4.4 讨论与局限：Quantitative analysis of t RNA abundance and modifications by nanopore…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4.4 | Nature biotechnology (2024) | experimental | DOI 10.1038/s41587-023-01743-6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For many years, t RNAs and their modifications have been primarily viewed as static contributors to gene expression and t RNA struc- ture127–130.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However, multiple studies have shown that t RNA abundances and modification profiles are, in fact, dynamic and can differ in distinct cellular 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Measuring both t RNA abun- dances and their modifications with single-transcript resolution has not been feasible due to a lack of available met…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This has been a substantial limitation in moving forward with studying the biological function and dynamics of t RNA populations and their modif…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pic>
        <p:nvPicPr>
          <p:cNvPr id="9" name="Picture 8" descr="PMC10791586_41587_2023_1743_Fig6_ES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368" y="1143000"/>
            <a:ext cx="3611223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biotechnology 2024; PMID 37024678; PMCID PMC10791586; DOI 10.1038/s41587-023-01743-6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4.5 文献概览：An engineered UGA suppressor t RNA gene for disease-agnostic AAV delivery.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4.5 | Nature biotechnology (2026) | experimental | DOI 10.1038/s41587-025-02982-5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Suppressor transfer RNAs (sup-t RNAs) have the potential to rescue nonsense mutations in a disease-agnostic manner and are an alternative therap…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Among all human pathogenic nonsense variants, approximately 20% arise from C-to-T transitions that convert the CGA arginine codon into a UGA sto…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While recombinant adeno-associated virus (r AAV) has been successfully used to deliver a UAG-targeting sup-t RNA gene in vivo, extending this ap…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pic>
        <p:nvPicPr>
          <p:cNvPr id="8" name="Picture 7" descr="41555020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375" y="1143000"/>
            <a:ext cx="3235609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biotechnology 2026; PMID 41555020; PMCID NA; DOI 10.1038/s41587-025-02982-5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4.5 材料方法与结果：An engineered UGA suppressor t RNA gene for disease-agnostic AAV deli…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4.5 | Nature biotechnology (2026) | experimental | DOI 10.1038/s41587-025-02982-5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, additional references, Nature Portfolio reporting sum- maries, source data, extended data, supplementary information, acknowledgements, peer r…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Therapeutics based on stop codon readthrough.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Suppression of nonsense mutations by new emerging technologies.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Targeting shared molecular etiologies to accelerate drug development for rare diseases.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, h NFS-R8 and m NFS-R8 restored higher GLuc activity in serum than U6-R8, which outperformed U6-R7 and U6-R17 (Fig.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Quantifi- cation of the EGFP–FLAG protein in liver lysates by western blot more consistently showed the superior performance of h/m NFS-R8 over…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1d), which was corroborated by immunohistochemistry analysis with liver tissue sections (Fig.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Taken together, these results identified R8 in NFS as the leading can- didate to readthrough UGA PTC and we chose to focus on 2×h NFS-R8 in the…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Silencing UGA-sup-t RNA expression to improve r AAV production We previously showed that standard triple transfection in HEK293 cells resulted i…</a:t>
            </a:r>
          </a:p>
        </p:txBody>
      </p:sp>
      <p:pic>
        <p:nvPicPr>
          <p:cNvPr id="9" name="Picture 8" descr="41555020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132" y="1143000"/>
            <a:ext cx="3373295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biotechnology 2026; PMID 41555020; PMCID NA; DOI 10.1038/s41587-025-02982-5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4.5 讨论与局限：An engineered UGA suppressor t RNA gene for disease-agnostic AAV delive…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4.5 | Nature biotechnology (2026) | experimental | DOI 10.1038/s41587-025-02982-5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Here, we report the development of AAV-No STOP(UGA) that installs arginine at a pathogenic UGA PTC during translation and, therefore, can potent…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It builds on multiple optimization steps to improve PTC readthrough efficiency, r AAV pro- duction yield and vector genome homogeneity.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These efforts led us to demonstrate efficacy in two disease mouse models, underscoring the gene-agnostic and disease-agnostic feature of sup-t R…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Using a mouse model with a nonsense mutation in a native, nuclear gene is a rigorous experimental approach to evaluate in vivo sup-t RNA therapy.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pic>
        <p:nvPicPr>
          <p:cNvPr id="9" name="Picture 8" descr="41555020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1278" y="1143000"/>
            <a:ext cx="3545402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biotechnology 2026; PMID 41555020; PMCID NA; DOI 10.1038/s41587-025-02982-5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4.6 文献概览：Quantifying t RNA abundance by sequencing.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4.6 | Nature genetics (2023) | experimental | DOI 10.1038/s41588-023-01404-z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genetics 2023; PMID 37173525; PMCID NA; DOI 10.1038/s41588-023-01404-z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4.6 材料方法与结果：Quantifying t RNA abundance by sequencing.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4.6 | Nature genetics (2023) | experimental | DOI 10.1038/s41588-023-01404-z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全文方法段未能自动稳定抽取；本页基于摘要、题名、图像和可下载全文信息概括实验/分析路线。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genetics 2023; PMID 37173525; PMCID NA; DOI 10.1038/s41588-023-01404-z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4.6 讨论与局限：Quantifying t RNA abundance by sequencing.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4.6 | Nature genetics (2023) | experimental | DOI 10.1038/s41588-023-01404-z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genetics 2023; PMID 37173525; PMCID NA; DOI 10.1038/s41588-023-01404-z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4.7 文献概览：Translational regulation by oxidative desulfuration of t RNA modifications.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4.7 | Nature communications (2026) | experimental | DOI 10.1038/s41467-026-70126-7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Higher-order biological processes emerge from sophisticated regulation of gene expression at multiple stages at both transcriptional and post-tr…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 protein synthesis, transfer RNA (t RNA) anticodons recognize and decode messenger RNA (m RNA) codons on the ribosome.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 RNAs undergo the most extensive and diverse range of post-transcriptional modifications, particularly within the anticodon region.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pic>
        <p:nvPicPr>
          <p:cNvPr id="8" name="Picture 7" descr="PMC12976133_41467_2026_70126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2331" y="1143000"/>
            <a:ext cx="3637697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2026; PMID 41807381; PMCID PMC12976133; DOI 10.1038/s41467-026-70126-7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4.7 材料方法与结果：Translational regulation by oxidative desulfuration of t RNA modifica…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4.7 | Nature communications (2026) | experimental | DOI 10.1038/s41467-026-70126-7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Description of Additional Supplementary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Detection of h2U derivatives in mammalian and bacterial t RNAs We reviewed our previous liquid chromatography-mass spectrometry (LC-MS) data on…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 LC-MS nucleoside analyses of total RNA from mouse livers, we clearly detected unassigned nucleosides with m/ z 301 (Fig.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 addition, we also detected nucleosides with m/z 366 in mitochondrial t RNALys isolated from pig liver (Fig.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Collision- induced dissociation (CID) of these nucleosides generated base- related ions (BH2 +) with loss of unmodiﬁed ribose (Fig.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1e, f), sug- gesting that the 32 Da loss originates from their bases.</a:t>
            </a:r>
          </a:p>
        </p:txBody>
      </p:sp>
      <p:pic>
        <p:nvPicPr>
          <p:cNvPr id="9" name="Picture 8" descr="PMC12976133_41467_2026_70126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030456"/>
            <a:ext cx="3703320" cy="27056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2026; PMID 41807381; PMCID PMC12976133; DOI 10.1038/s41467-026-70126-7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4.7 讨论与局限：Translational regulation by oxidative desulfuration of t RNA modificati…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4.7 | Nature communications (2026) | experimental | DOI 10.1038/s41467-026-70126-7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Through a spike-in experiment, we demonstrated that 2-thiouridine derivatives in t RNA are desulfurized in cells and converted to h 2 U derivati…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3b, d ), and τm 5 h 2 U was detected in only a few percent of mitochondrial t RNAs with τm 5 s 2 U (Fig.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However, the abundance of h 2 U derivatives varies in different cell types.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Approximately 15% of t RNA Lys in He La cells contained mcm 5 h 2 U, whereas little was detected in A549 and T24 cells (Supplementary Fig.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pic>
        <p:nvPicPr>
          <p:cNvPr id="9" name="Picture 8" descr="PMC12976133_41467_2026_70126_Fig3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316" y="1143000"/>
            <a:ext cx="3273327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2026; PMID 41807381; PMCID PMC12976133; DOI 10.1038/s41467-026-70126-7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4.8 文献概览：Rel A-Spo T Homolog toxins pyrophosphorylate the CCA end of t RNA to inhib…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4.8 | Molecular cell (2021) | experimental | DOI 10.1016/j.molcel.2021.06.005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Rel A-Spo T Homolog (RSH) enzymes control bacterial physiology through synthesis and degradation of the nucleotide alarmone (p)pp Gpp.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recently discovered multiple families of small alarmone synthetase (SAS) RSH acting as toxins of toxin-antitoxin (TA) modules, with the Fa Re…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 we probe the mechanism of growth arrest used by four experimentally unexplored subfamilies of tox SAS: Fa Rel2, Ph Rel, Ph Rel2, and Cap Re…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2021; PMID 34174184; PMCID NA; DOI 10.1016/j.molcel.2021.06.005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4.8 材料方法与结果：Rel A-Spo T Homolog toxins pyrophosphorylate the CCA end of t RNA to…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4.8 | Molecular cell (2021) | experimental | DOI 10.1016/j.molcel.2021.06.005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全文方法段未能自动稳定抽取；本页基于摘要、题名、图像和可下载全文信息概括实验/分析路线。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Rel A-Spo T Homolog (RSH) enzymes control bacterial physiology through synthesis and degradation of the nucleotide alarmone (p)pp Gpp.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We recently discovered multiple families of small alarmone synthetase (SAS) RSH acting as toxins of toxin-antitoxin (TA) modules, with the Fa Re…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Here we probe the mechanism of growth arrest used by four experimentally unexplored subfamilies of tox SAS: Fa Rel2, Ph Rel, Ph Rel2, and Cap Re…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Surprisingly, all these toxins specifically inhibit protein synthesis.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To do so, they transfer a pyrophosphate moiety from ATP to the t RNA 3' CCA.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2021; PMID 34174184; PMCID NA; DOI 10.1016/j.molcel.2021.06.005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4.8 讨论与局限：Rel A-Spo T Homolog toxins pyrophosphorylate the CCA end of t RNA to in…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4.8 | Molecular cell (2021) | experimental | DOI 10.1016/j.molcel.2021.06.005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Rel A-Spo T Homolog (RSH) enzymes control bacterial physiology through synthesis and degradation of the nucleotide alarmone (p)pp Gpp.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recently discovered multiple families of small alarmone synthetase (SAS) RSH acting as toxins of toxin-antitoxin (TA) modules, with the Fa Re…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 we probe the mechanism of growth arrest used by four experimentally unexplored subfamilies of tox SAS: Fa Rel2, Ph Rel, Ph Rel2, and Cap Re…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Surprisingly, all these toxins specifically inhibit protein synthesis.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2021; PMID 34174184; PMCID NA; DOI 10.1016/j.molcel.2021.06.005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4.9 文献概览：A ligation-independent sequencing method reveals t RNA-derived RNAs with b…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4.9 | Molecular cell (2024) | experimental | DOI 10.1016/j.molcel.2024.07.008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Despite the numerous sequencing methods available, the diversity in RNA size and chemical modification makes it difficult to capture all RNAs in…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developed a method that combines quasi-random priming with template switching to construct sequencing libraries from RNA molecules of any len…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Our ligation-independent detection of all types of RNA (LIDAR) is a simple, effective tool to identify and quantify all classes of coding and no…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2024; PMID 39096899; PMCID PMC11455606; DOI 10.1016/j.molcel.2024.07.008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4.9 材料方法与结果：A ligation-independent sequencing method reveals t RNA-derived RNAs w…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4.9 | Molecular cell (2024) | experimental | DOI 10.1016/j.molcel.2024.07.008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全文方法段未能自动稳定抽取；本页基于摘要、题名、图像和可下载全文信息概括实验/分析路线。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Despite the numerous sequencing methods available, the diversity in RNA size and chemical modification makes it difficult to capture all RNAs in…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We developed a method that combines quasi-random priming with template switching to construct sequencing libraries from RNA molecules of any len…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Our ligation-independent detection of all types of RNA (LIDAR) is a simple, effective tool to identify and quantify all classes of coding and no…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With LIDAR, we comprehensively characterized the transcriptomes of mouse embryonic stem cells, neural progenitor cells, mouse tissues, and sperm.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LIDAR detected a much larger variety of t RNA-derived RNAs (t DRs) compared with traditional ligation-dependent sequencing methods and uncovered…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2024; PMID 39096899; PMCID PMC11455606; DOI 10.1016/j.molcel.2024.07.008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4.9 讨论与局限：A ligation-independent sequencing method reveals t RNA-derived RNAs wit…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4.9 | Molecular cell (2024) | experimental | DOI 10.1016/j.molcel.2024.07.008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Despite the numerous sequencing methods available, the diversity in RNA size and chemical modification makes it difficult to capture all RNAs in…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developed a method that combines quasi-random priming with template switching to construct sequencing libraries from RNA molecules of any len…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Our ligation-independent detection of all types of RNA (LIDAR) is a simple, effective tool to identify and quantify all classes of coding and no…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With LIDAR, we comprehensively characterized the transcriptomes of mouse embryonic stem cells, neural progenitor cells, mouse tissues, and sperm.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2024; PMID 39096899; PMCID PMC11455606; DOI 10.1016/j.molcel.2024.07.008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4.10 文献概览：t RNA m1A modification regulate HSC maintenance and self-renewal via m TOR…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4.10 | Nature communications (2024) | experimental | DOI 10.1038/s41467-024-50110-9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Haematopoietic stem cells (HSCs) are a rare population of bone marrow-resident adult stem cells that have an extensive capacity for self-renewal…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 order to maintain lifelong stem cell function and cope with various internal and external stresses such as replicative, metabolic, oxidative…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While considerable insights have been generated through studies targeting specific genes or pathways in HSCs 4 , 6 , 9 , 14 – 21 , the mechanism…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pic>
        <p:nvPicPr>
          <p:cNvPr id="8" name="Picture 7" descr="PMC11231335_41467_2024_50110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177" y="1143000"/>
            <a:ext cx="3074005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2024; PMID 38977676; PMCID PMC11231335; DOI 10.1038/s41467-024-50110-9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4.10 材料方法与结果：t RNA m1A modification regulate HSC maintenance and self-renewal via…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4.10 | Nature communications (2024) | experimental | DOI 10.1038/s41467-024-50110-9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, we found a similar self-renewal defect in HSCs of sh-Trmt61 (Figs.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Thus, our data demonstrate that Trmt61a-deﬁciency induced m TORC1 activation is due to the depletion of t RNA-m1A58 modiﬁcation.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Inhibition of m TOR pathway ameliorates aberrant proliferation and self-renewal defects of Trmt6 knockout HSC To examine the relationship betwee…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Importantly, treatment with rapamycin recovered the num- ber of LT-HSCs, ST-HSCs, MPP2, MPP3 and MPP4 as well as B, T and myeloid cells of PB or…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suggest that the t RNA-m1A58 methyltransferases TRMT6/TRMT61A acts as a translational checkpoint for the m TOR pathway and constitute an importa…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Results Trmt6 loss leads to phenotypic HSC expansion and Long-term repopulation capacity decline Before investigating the biological roles of Tr…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Trmt6 and Trmt61a are broadly expressed in haematopoietic system (Figs.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Notably, we observed a consistent upregulation of Trmt6 but not Trmt61a in donor-derived bone marrow cells derived several days post-transplanta…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Treatment of HSCs with 5-Fu48, ionizing radiation49, or LPS50 resulted in upregulation of Trmt6 but not Trmt61a at 1-3 days (Figs.</a:t>
            </a:r>
          </a:p>
        </p:txBody>
      </p:sp>
      <p:pic>
        <p:nvPicPr>
          <p:cNvPr id="9" name="Picture 8" descr="PMC11231335_41467_2024_50110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0209" y="1143000"/>
            <a:ext cx="3059140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2024; PMID 38977676; PMCID PMC11231335; DOI 10.1038/s41467-024-50110-9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4.10 讨论与局限：t RNA m1A modification regulate HSC maintenance and self-renewal via m…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4.10 | Nature communications (2024) | experimental | DOI 10.1038/s41467-024-50110-9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Maintaining the homeostasis and function of adult stem cells is essential to replenish somatic cells lost under physiological or pathological co…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How transcription and translation of HSCs are controlled is a central issue in haematopoietic homeostasis.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Both the Wnt signaling pathway and the m TOR signaling pathway play important roles in the homeostasis and regeneration of HSC 3 , 8 , 17 , 24 ,…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 our previous study, we found that the histone deacetylase Sirt6 8 and RNA m 6 A reader Ythdf2 20 , maintains the function of HSCs by regulati…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pic>
        <p:nvPicPr>
          <p:cNvPr id="9" name="Picture 8" descr="PMC11231335_41467_2024_50110_Fig3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114" y="1143000"/>
            <a:ext cx="4045731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2024; PMID 38977676; PMCID PMC11231335; DOI 10.1038/s41467-024-50110-9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4.11 文献概览：A methyltransferase-independent role for METTL1 in t RNA aminoacylation an…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4.11 | Molecular cell (2025) | experimental | DOI 10.1016/j.molcel.2025.01.003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Cancer genomes are shaped by mutational processes that change the sequence or structure of DNA, coupled to selection for mutations that increase…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1 The identification of recurrent mutations affecting individual genes led to the discovery of many of the best-known oncogenes and tumor suppre…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2 – 5 However, genetic lesions affecting multiple genes, such as aneuploidy or focal copy-number alterations of chromosomal segments, are highly…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2025; PMID 39892392; PMCID PMC11925124; DOI 10.1016/j.molcel.2025.01.003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4.11 材料方法与结果：A methyltransferase-independent role for METTL1 in t RNA aminoacylati…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4.11 | Molecular cell (2025) | experimental | DOI 10.1016/j.molcel.2025.01.003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Original plasmids used in this manuscript have been submitted to addgene.org (see key resources table for unique identifiers).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We assessed DNA copy number in human 12q-amplified liposarcomas by leveraging single nucleotide polymorphism (SNP) arrays performed on a cohort…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Six of these 50 cases lacked evidence of 12q amplification, and so were excluded from our analysis (cases excluded: PT1DD, PT13DD, PT20DD, PT21D…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Minimal amplicons were defined as a region of genomic amplification, defined as log2 DNA copy number ratio ≥ 1, in probes spanning at least 100…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Amplification of chromosomal material derived from 12q13-15 is common in human cancer and believed to result in overexpression of multiple colla…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To define the oncogenes involved, we overexpressed genes recurrently amplified in human liposarcoma using a zebrafish model of the disease.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We found several genes whose overexpression collaborated with AKT in sarcomagenesis, including the t RNA methyltransferase METTL1.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This was surprising, because AKT phosphorylates METTL1 to inactivate its enzymatic activity.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Indeed, phosphomimetic S27D or catalytically dead alleles phenocopied the oncogenic activity of wild-type METTL1.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2025; PMID 39892392; PMCID PMC11925124; DOI 10.1016/j.molcel.2025.01.003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4.11 讨论与局限：A methyltransferase-independent role for METTL1 in t RNA aminoacylation…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4.11 | Molecular cell (2025) | experimental | DOI 10.1016/j.molcel.2025.01.003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oncogenes driving selection for some of the most common copy-number aberrations in human cancer remain incompletely defined.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Here, we used a zebrafish model to define oncogenes within 12q13–15 amplicons, a common aberration in multiple tumor types, including liposarcom…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6 , 12 , 32 We confirmed the long-suspected roles of CDK4 , MDM2 , and HMGA2 as bona fide liposarcoma oncogenes and also found genes whose contr…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were most surprised to find that overexpression of METTL1 collaborates with AKT activation in sarcomagenesis because AKT phosphorylates and i…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2025; PMID 39892392; PMCID PMC11925124; DOI 10.1016/j.molcel.2025.01.003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4.12 文献概览：Nanopore sequencing of intact aminoacylated t RNAs.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4.12 | Nature communications (2025) | review | DOI 10.1038/s41467-025-62545-9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Transfer RNAs (t RNAs) are the fundamental adaptors of translation, linking m RNA decoding and polypeptide synthesis 1 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Biogenesis of t RNAs is complex: following transcription, precursor t RNA molecules undergo multiple trimming and modification events, yielding…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 RNA modifications can profoundly impact t RNA function through their impacts on stability 3 , aminoacylation efficiency 4 , 5 , and expanded d…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pic>
        <p:nvPicPr>
          <p:cNvPr id="8" name="Picture 7" descr="PMC12368100_41467_2025_62545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317" y="1143000"/>
            <a:ext cx="3287725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2025; PMID 40835813; PMCID PMC12368100; DOI 10.1038/s41467-025-62545-9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4.12 综述主要论点：Nanopore sequencing of intact aminoacylated t RNAs.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4.12 | Nature communications (2025) | review | DOI 10.1038/s41467-025-62545-9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6928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主要论点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9776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A chemical ligation approach enables selective capture of intact aminoacylated t RNAs While investigating prebiotic roles of aminoacyl-RNAs, we…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realized that aminoacyl-t RNAs were ana- logous to these substrates, so we tested and found that a synthetic t RNA-Gly-GCC aminoacylated with…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To accelerate the reaction between the ɑ-amino group of the aminoacyl-t RNA and the activated adapter, we included 1-(2- Hydroxyethyl)imidazole…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1c), and subjected Saccharomyces cerevisiae t RNA to a 30 min chemical ligation at p H 5.5.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Under these conditions, we achieved efﬁcient ligation of aminoacylated budding yeast t RNA as measured by acid northern blot, with &lt;0.1% backgro…</a:t>
            </a:r>
          </a:p>
        </p:txBody>
      </p:sp>
      <p:pic>
        <p:nvPicPr>
          <p:cNvPr id="7" name="Picture 6" descr="PMC12368100_41467_2025_62545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09965"/>
            <a:ext cx="5120640" cy="25466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2025; PMID 40835813; PMCID PMC12368100; DOI 10.1038/s41467-025-62545-9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4.12 综合观点与空白：Nanopore sequencing of intact aminoacylated t RNAs.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4.12 | Nature communications (2025) | review | DOI 10.1038/s41467-025-62545-9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综合观点与空白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Transfer RNAs are long-lived and undergo repeated cycles of charging and deacylation throughout their lifetime.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While t RNA biogenesis is recognized as an intricately coordinated process—spanning transcription, processing, modification, and aminoacylation—…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developed a chemical ligation approach to selectively capture aminoacylated t RNAs and used it to study t RNA aminoacylation in a variety of…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Increased accuracy of aa-t RNA identification may further enhance our understanding of how t RNA modifications act as determinants or anti-deter…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pic>
        <p:nvPicPr>
          <p:cNvPr id="9" name="Picture 8" descr="PMC12368100_41467_2025_62545_Fig3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68" y="1143000"/>
            <a:ext cx="3337422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2025; PMID 40835813; PMCID PMC12368100; DOI 10.1038/s41467-025-62545-9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4.13 文献概览：t RNA modification dynamics from individual organisms to metaepitranscript…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4.13 | Molecular cell (2022) | review | DOI 10.1016/j.molcel.2021.12.007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 RNA is the most extensively modified RNA in cells.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On average, a bacterial t RNA contains 8 modifications per molecule and a eukaryotic t RNA contains 13 modifications per molecule.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Recent studies reveal that t RNA modifications are highly dynamic and respond extensively to environmental conditions.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2022; PMID 35032425; PMCID PMC8897278; DOI 10.1016/j.molcel.2021.12.007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4.13 综述主要论点：t RNA modification dynamics from individual organisms to metaepitrans…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4.13 | Molecular cell (2022) | review | DOI 10.1016/j.molcel.2021.12.007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6928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主要论点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9776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 RNA is the most extensively modified RNA in cells.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On average, a bacterial t RNA contains 8 modifications per molecule and a eukaryotic t RNA contains 13 modifications per molecule.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Recent studies reveal that t RNA modifications are highly dynamic and respond extensively to environmental conditions.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Functions of t RNA modification dynamics include enhanced, on-demand decoding of specific codons in response genes and regulation of t RNA fragm…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This review summarizes recent advances in the studies of t RNA modification dynamics in biological processes, t RNA modification erasers, and hu…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2022; PMID 35032425; PMCID PMC8897278; DOI 10.1016/j.molcel.2021.12.007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4.13 综合观点与空白：t RNA modification dynamics from individual organisms to metaepitranscr…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4.13 | Molecular cell (2022) | review | DOI 10.1016/j.molcel.2021.12.007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综合观点与空白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 RNA is the most extensively modified RNA in cells.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On average, a bacterial t RNA contains 8 modifications per molecule and a eukaryotic t RNA contains 13 modifications per molecule.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Recent studies reveal that t RNA modifications are highly dynamic and respond extensively to environmental conditions.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Functions of t RNA modification dynamics include enhanced, on-demand decoding of specific codons in response genes and regulation of t RNA fragm…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2022; PMID 35032425; PMCID PMC8897278; DOI 10.1016/j.molcel.2021.12.007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4.14 文献概览：High-resolution quantitative profiling of t RNA abundance and modification…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4.14 | Molecular cell (2021) | experimental | DOI 10.1016/j.molcel.2021.01.028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Transfer RNAs (t RNAs) are short, abundant molecules required for translating genetic information into protein sequences.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composition of cellular t RNA pools is critical for efficient m RNA decoding and proteome integrity.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 RNA expression is dynamically regulated in different tissues and during development ( Dittmar et al., 2006 ; Ishimura et al., 2014 ; Kutter et…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2021; PMID 33581077; PMCID PMC8062790; DOI 10.1016/j.molcel.2021.01.028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4.14 材料方法与结果：High-resolution quantitative profiling of t RNA abundance and modific…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4.14 | Molecular cell (2021) | experimental | DOI 10.1016/j.molcel.2021.01.028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RNA from Drosophila BG3-c2, HEK293T, and human i PS cells was isolated with Trizol (Sigma Aldrich) according to the manufacturer’s instructions.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For total RNA isolation from yeast, frozen cells were resuspended in 100 m M sodium acetate p H = 4.5, 10 m M EDTA p H = 8.0, 1% SDS (1 m L per…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An equal volume of hot acid phenol (p H = 4.3) was added, and the cell suspension was vortexed vigorously followed by incubation at 65°C for 5 m…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After addition of 1/10 volume 1-Bromo-3-chloropropane (BCP, Sigma Aldrich), samples were centrifuged at 10,000 x g for 5 min and the aqueous pha…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Measurements of cellular t RNA abundance are hampered by pervasive blocks to c DNA synthesis at modified nucleosides and the extensive similarit…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We overcome these limitations with modification-induced misincorporation t RNA sequencing (mim-t RNAseq), which combines a workflow for full-len…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Our method accurately captures t RNA abundance and modification status in yeast, fly, and human cells and is applicable to any organism with a k…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We applied mim-t RNAseq to discover a dramatic heterogeneity of t RNA isodecoder pools among diverse human cell lines and a surprising interdepe…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2021; PMID 33581077; PMCID PMC8062790; DOI 10.1016/j.molcel.2021.01.028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4.14 讨论与局限：High-resolution quantitative profiling of t RNA abundance and modificat…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4.14 | Molecular cell (2021) | experimental | DOI 10.1016/j.molcel.2021.01.028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abundance, charging, and modification status of individual t RNA species can differ in distinct cellular environments.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Measuring these properties on a global scale, however, has not been feasible because of technical limitations.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No library construction method so far has allowed the efficient reverse transcription of these highly modified RNAs, while the lack of computati…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We describe conditions that permit near-complete t RNA modification readthrough by TGIRT, dramatically improving c DNA yield and the fraction of…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Molecular cell 2021; PMID 33581077; PMCID PMC8062790; DOI 10.1016/j.molcel.2021.01.028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4.15 文献概览：In vivo structure profiling reveals human cytosolic and mitochondrial t RN…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4.15 | Nature communications (2025) | experimental | DOI 10.1038/s41467-025-59435-5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5836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研究问题 /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37960" cy="2194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RNAs are both carriers of genetic information and adapters that mediate biomolecular interactions.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In cells, RNAs fold into secondary and tertiary structures to detect metabolites 1 – 3 , recruit proteins 4 , 5 , and regulate phase separation…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Stable RNA structures also impact RNA–RNA interactions and affect RNA stabilities.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6537960" cy="5486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pic>
        <p:nvPicPr>
          <p:cNvPr id="8" name="Picture 7" descr="PMC12125218_41467_2025_59435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05032"/>
            <a:ext cx="4251960" cy="37736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2025; PMID 40447571; PMCID PMC12125218; DOI 10.1038/s41467-025-59435-5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4.15 材料方法与结果：In vivo structure profiling reveals human cytosolic and mitochondrial…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4.15 | Nature communications (2025) | experimental | DOI 10.1038/s41467-025-59435-5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材料/方法/分析路线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749039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, the in vivo structures of t RNAs have been largely taken for granted to resemble their in vitro forms.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However, t RNAs have many well-characterized protein inter- actions and modiﬁcations in vivo, which led us to hypothesize that their in vivo str…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applied t RNA structure-seq to examine in vivo structures of E.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Microsoft YaHei"/>
              </a:rPr>
              <a:t>coli t RNAs and revealed dynamics of t RNA folding under heat stress20.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143000"/>
            <a:ext cx="297180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核心结果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069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reveal varia- tions of t RNA structurome and dynamic interactome that have functional consequences in translational regulation.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RNAs are both carriers of genetic information and adapters that mediate biomolecular interactions.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 cells, RNAs fold into secondary and tertiary structures to detect metabolites1–3, recruit proteins4,5, and regulate phase separation6.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Stable RNA structures also impact RNA–RNA interactions and affect RNA stabilities.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In biological pro- cesses, including transcription, m RNA splicing, and translation, RNA structures play universal and profound regulatory roles.</a:t>
            </a:r>
          </a:p>
        </p:txBody>
      </p:sp>
      <p:pic>
        <p:nvPicPr>
          <p:cNvPr id="9" name="Picture 8" descr="PMC12125218_41467_2025_59435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76331"/>
            <a:ext cx="3703320" cy="3013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2025; PMID 40447571; PMCID PMC12125218; DOI 10.1038/s41467-025-59435-5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4.15 讨论与局限：In vivo structure profiling reveals human cytosolic and mitochondrial t…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800" b="0">
                <a:solidFill>
                  <a:srgbClr val="505050"/>
                </a:solidFill>
                <a:latin typeface="Microsoft YaHei"/>
              </a:rPr>
              <a:t>4.15 | Nature communications (2025) | experimental | DOI 10.1038/s41467-025-59435-5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29284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23560" cy="3657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讨论与局限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749039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The rapid development of high-throughput sequencing methods for highly structured RNAs made it possible to examine transcriptome-wide t RNA stru…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With DM-DMS-Ma Pseq, we present comprehensive in vivo structure and interaction studies for human chromosomal and mitochondrial encoded t RNAs.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Compared to DMS mapping of m RNAs, in vivo DMS signals for t RNA are much lower; therefore, additional considerations need to be implemented to…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Microsoft YaHei"/>
              </a:rPr>
              <a:t>This was accomplished here by treating the DMS-reacted RNA samples with a m 1 A/m 3 C demethylase before RT and considering only the mutation di…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56692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可用于本项目的提炼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5669280" cy="457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000000"/>
                </a:solidFill>
                <a:latin typeface="Microsoft YaHei"/>
              </a:rPr>
              <a:t>与本子项目的关系：该文可用于设计样本处理、检测平台、关键对照和结果验证流程。</a:t>
            </a:r>
          </a:p>
        </p:txBody>
      </p:sp>
      <p:pic>
        <p:nvPicPr>
          <p:cNvPr id="9" name="Picture 8" descr="PMC12125218_41467_2025_59435_Fig3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836" y="1143000"/>
            <a:ext cx="4886287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99632"/>
            <a:ext cx="1106424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r>
              <a:rPr sz="700" b="0">
                <a:solidFill>
                  <a:srgbClr val="505050"/>
                </a:solidFill>
                <a:latin typeface="Microsoft YaHei"/>
              </a:rPr>
              <a:t>Source: Nature communications 2025; PMID 40447571; PMCID PMC12125218; DOI 10.1038/s41467-025-59435-5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