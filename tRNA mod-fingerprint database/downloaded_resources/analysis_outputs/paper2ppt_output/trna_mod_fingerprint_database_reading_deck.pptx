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1. METTL6-SerRS ???? m3C32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38918637 | Fig. 1 | Nature Structural &amp; Molecular Biology 2024</a:t>
            </a:r>
          </a:p>
        </p:txBody>
      </p:sp>
      <p:pic>
        <p:nvPicPr>
          <p:cNvPr id="4" name="Picture 3" descr="PMC11479938_41594_2024_1341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960120"/>
            <a:ext cx="5486399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 METTL6?SerRS?tRNASer ???? cryo-EM ??????? m3C32 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SerRS ?????????? METTL6 ? tRNASer 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???????m3C32?METTL6?SerRS ????A37 ???? variable arm 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 + ????? + MS/?????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2. METTL1-WDR4/m7G46 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38977661 | Fig. 1 | Nature Communications 2024</a:t>
            </a:r>
          </a:p>
        </p:txBody>
      </p:sp>
      <p:pic>
        <p:nvPicPr>
          <p:cNvPr id="4" name="Picture 3" descr="PMC11231295_41467_2024_4979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3368"/>
            <a:ext cx="6629400" cy="3662743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senescence / aging ??? METTL1-WDR4 ? RNA/tRNA m7G 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m7G46 ?? tRNA ????RTD????????????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???????? cleavage score?tRNA abundance?METTL1/WDR4 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TRAC-seq ? m7G46 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3. tRNA ????? vRNAP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40908366 | Fig. 2 | Nature Structural &amp; Molecular Biology 2025</a:t>
            </a:r>
          </a:p>
        </p:txBody>
      </p:sp>
      <p:pic>
        <p:nvPicPr>
          <p:cNvPr id="4" name="Picture 3" descr="PMC12618233_41594_2025_165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825" y="960120"/>
            <a:ext cx="3056708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early PIC / vRNAP ? tRNA-chaperoned 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tRNAGln/Arg ??????????????????????????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?????????????????????????? mcm5s2U34?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 non-translational function ? viral RNP assembly 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4. PANDORA-seq ?? cholesterol-responsive tsRNA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41398161 | Fig. 1 | Nature Communications 2025</a:t>
            </a:r>
          </a:p>
        </p:txBody>
      </p:sp>
      <p:pic>
        <p:nvPicPr>
          <p:cNvPr id="4" name="Picture 3" descr="PMC12706008_41467_2025_67387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46" y="960120"/>
            <a:ext cx="3914867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 RNA-seq ? PANDORA-seq??? PANDORA-seq ?????? tsRNA?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tsRNA-Glu-CTC ???????????? RNA?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tsRNA ????MLC-seq ?????? tsRNA?????????????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 tsRNA fragment ????????? tRNA?????????????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5. ALKB-1/m1A 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41611679 | Fig. 2 | Nature Communications 2026</a:t>
            </a:r>
          </a:p>
        </p:txBody>
      </p:sp>
      <p:pic>
        <p:nvPicPr>
          <p:cNvPr id="4" name="Picture 3" descr="PMC12957315_41467_2026_6881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1455"/>
            <a:ext cx="6629400" cy="498656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ALKB-1 ??? tRNA m1A ???????????????????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m1A ???? ROS?SKN-1?UPRmt????? paternal mitochondrial elimination?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 writer ? eraser???? demethylation-dependent 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???????? mitochondrial proteostasis?PME?fertility/embryo viability?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6. ????????? tRNA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41714626 | Fig. 3 | Nature Communications 2026</a:t>
            </a:r>
          </a:p>
        </p:txBody>
      </p:sp>
      <p:pic>
        <p:nvPicPr>
          <p:cNvPr id="4" name="Picture 3" descr="PMC13031925_41467_2026_6970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91" y="960120"/>
            <a:ext cx="5914176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 LC-MS/MS ?? SARS-CoV-2 ? HCoV-OC43 ???? tRNA 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 I?Q?mcm5U/mcm5s2U?m5C/f5C??????????? suboptimal codons?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mim-tRNAseq ? LC-MS/MS 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 condition=viral infection/stress ? codon usage pressure 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7. ????? mcm5s2U34 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41807381 | Fig. 1 | Nature Communications 2026</a:t>
            </a:r>
          </a:p>
        </p:txBody>
      </p:sp>
      <p:pic>
        <p:nvPicPr>
          <p:cNvPr id="4" name="Picture 3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93" y="960120"/>
            <a:ext cx="4527772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U34 wobble 2-thiouridine derivatives ?????????? h2U derivatives?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mcm5h2U34 ????????? A-site codon recognition?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??????????????????????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?????redox_state?precursor_modification?converted_modification?aminoacylation effect?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8. SPORTS1.1 ?? tsRNA/tRF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junchaoshi/sports1.1</a:t>
            </a:r>
          </a:p>
        </p:txBody>
      </p:sp>
      <p:pic>
        <p:nvPicPr>
          <p:cNvPr id="4" name="Picture 3" descr="github_sport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PANDORA-seq ? small RNA-seq??? tRNA 5 end?3 end?internal fragments?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reads?length?Match_Genome?Annotation 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tsRNA-Glu-CTC ?? fragment 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???mismatch ????????????????????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9. mim-tRNAseq ?? RT/misincorporation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nedialkova-lab/mim-tRNAseq</a:t>
            </a:r>
          </a:p>
        </p:txBody>
      </p:sp>
      <p:pic>
        <p:nvPicPr>
          <p:cNvPr id="4" name="Picture 3" descr="github_mimtrna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tRNA ???modification index?SNP-tolerant alignment ? transcript-level deconvolution?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 coverage?expression?3-CCA completeness?misincorporation signatures?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SLAC ????-?????-?????? single-read crosstalk?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???????? sequencing-inferred modification evidence 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10. tRNA004 ?? Nanopore RNA004 ??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rnabioco/tRNA004</a:t>
            </a:r>
          </a:p>
        </p:txBody>
      </p:sp>
      <p:pic>
        <p:nvPicPr>
          <p:cNvPr id="4" name="Picture 3" descr="github_trna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RNA002 ? RNA004 chemistry ??? tRNA 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 basecalling error data ??? MODOMICS ????? tRNA 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40+ / 43 ? RNA ??????????????????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 chemistry?basecaller?sequence context?coverage?error profile?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11. TRAC-Seq ? m7G46 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rnabioinfor/TRAC-Seq + PMID 38977661 ??</a:t>
            </a:r>
          </a:p>
        </p:txBody>
      </p:sp>
      <p:pic>
        <p:nvPicPr>
          <p:cNvPr id="4" name="Picture 3" descr="github_trac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NaBH4 ?? m7G??? aniline 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cleavage score ?? m7G 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METTL1-WDR4/m7G46 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README ??????????????????????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12. Galaxy workflow ???? NGS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jfallmann/tRNA_ngs_mod_map_call_galaxy</a:t>
            </a:r>
          </a:p>
        </p:txBody>
      </p:sp>
      <p:pic>
        <p:nvPicPr>
          <p:cNvPr id="4" name="Picture 3" descr="github_galaxy_trna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addCCA?clustering?multimapperPhasing?GATK wrapper 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reads ??? misincorporation pattern 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????????? mismatch/variant 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 GATK 3.6 ? Galaxy 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13. Modomics_Decoder 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monimaanam/Modomics_Decoder</a:t>
            </a:r>
          </a:p>
        </p:txBody>
      </p:sp>
      <p:pic>
        <p:nvPicPr>
          <p:cNvPr id="4" name="Picture 3" descr="github_modomics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 MODOMICS unicode sequence ?? position-symbol-short name 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7=m7G??=m5C??=m1A??=m3C?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reference modification import 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???????tRNA ????????????? MODOMICS 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14. Nanopore 2-Read ?? termination/read-through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AteeshaNegi/nanopore-2Read-trna-pipeline</a:t>
            </a:r>
          </a:p>
        </p:txBody>
      </p:sp>
      <p:pic>
        <p:nvPicPr>
          <p:cNvPr id="4" name="Picture 3" descr="github_2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 ONT basecalling error?polymerase read-through/error ? stop sites 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per-read?per-site?single-nucleotide resolution?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 tRNA004 benchmark ????????????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???????????????????????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15. tRNA reference construction 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FlorianPichot/tRNA_reference_construction</a:t>
            </a:r>
          </a:p>
        </p:txBody>
      </p:sp>
      <p:pic>
        <p:nvPicPr>
          <p:cNvPr id="4" name="Picture 3" descr="github_reference_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 genomic tRNA predictions ?? non-duplicated?merged?optimized references?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 reads mapping 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 caller?????? reads ??????????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?????? reference_version???? mature CCA / genomic / merged 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