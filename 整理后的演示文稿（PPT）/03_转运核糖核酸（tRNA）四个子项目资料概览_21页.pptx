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tRNA research 四个子项目资料汇报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64208"/>
            <a:ext cx="103327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基于 PubMed 与 GitHub 的资料筛选、文献高亮、图像证据与研究路线整合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66543"/>
            <a:ext cx="10332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000" b="0">
                <a:solidFill>
                  <a:srgbClr val="464646"/>
                </a:solidFill>
                <a:latin typeface="Microsoft YaHei"/>
              </a:rPr>
              <a:t>白底黑字版 | 2026-05-23 | 中文主讲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40680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62356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icrosoft YaHei"/>
              </a:rPr>
              <a:t>四个文件夹：结构功能、工具算法、修饰指纹数据库、湿实验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资料筛选策略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PubMed literature plus GitHub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PubMed：每个主题保留 15 篇 2020-2026 年候选文献，优先高影响力期刊；不足时按题名/摘要相关性补齐。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GitHub：按文件夹主题关键词检索仓库，保存 stars、语言、更新时间、许可证与链接；去除了 transformation/transformer 等拼写噪音。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图像：优先抓取开放 PMC 文章页中的原始 figure 图像；每张图均在 PPT 里标注 PMID/PMCID/期刊来源。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限制：未调用 Clarivate JCR 官方数据库，因此“影响因子最高”在本资料包中体现为高影响力期刊代理排序。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四个文件夹形成一条 tRNA 研究链路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From folders to an integrated tRNA research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22402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Microsoft YaHei"/>
              </a:rPr>
              <a:t>1. 结构/功能</a:t>
            </a:r>
            <a:br/>
            <a:r>
              <a:rPr sz="1500" b="1">
                <a:solidFill>
                  <a:srgbClr val="000000"/>
                </a:solidFill>
                <a:latin typeface="Microsoft YaHei"/>
              </a:rPr>
              <a:t>定义生物问题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88" y="2487168"/>
            <a:ext cx="3657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Microsoft YaHei"/>
              </a:rP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965960"/>
            <a:ext cx="22402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Microsoft YaHei"/>
              </a:rPr>
              <a:t>2. 工具/算法</a:t>
            </a:r>
            <a:br/>
            <a:r>
              <a:rPr sz="1500" b="1">
                <a:solidFill>
                  <a:srgbClr val="000000"/>
                </a:solidFill>
                <a:latin typeface="Microsoft YaHei"/>
              </a:rPr>
              <a:t>把测序与注释转成可比较数据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487168"/>
            <a:ext cx="3657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Microsoft YaHei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65960"/>
            <a:ext cx="22402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Microsoft YaHei"/>
              </a:rPr>
              <a:t>3. 修饰数据库</a:t>
            </a:r>
            <a:br/>
            <a:r>
              <a:rPr sz="1500" b="1">
                <a:solidFill>
                  <a:srgbClr val="000000"/>
                </a:solidFill>
                <a:latin typeface="Microsoft YaHei"/>
              </a:rPr>
              <a:t>沉淀位点、条件和证据等级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7928" y="2487168"/>
            <a:ext cx="3657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Microsoft YaHe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59" y="1965960"/>
            <a:ext cx="22402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Microsoft YaHei"/>
              </a:rPr>
              <a:t>4. 湿实验</a:t>
            </a:r>
            <a:br/>
            <a:r>
              <a:rPr sz="1500" b="1">
                <a:solidFill>
                  <a:srgbClr val="000000"/>
                </a:solidFill>
                <a:latin typeface="Microsoft YaHei"/>
              </a:rPr>
              <a:t>验证机制并校准数据偏差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建议把四个子项目视为一个闭环：文献提出假设，工具产生特征，数据库固化证据，湿实验验证因果。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PPT 中所有原始图均来自 PMC 开放页面或保存的文章图像文件，并在图下标出来源。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tRNA 的生物功能与结构特征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Biological functions and structural characteristics of tRNA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7432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icrosoft YaHei"/>
              </a:rPr>
              <a:t>中文阐述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tRNA 不只是“接头分子”，而是连接遗传密码、翻译速度、细胞应激、免疫防御和疾病治疗的调控节点。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结构层面从三叶草二级结构、L 型三级结构、修饰核苷到氨酰化/核糖体复合物共同决定读取精度。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近期高影响力研究集中在 suppressor tRNA、tRNA 尾部切割、tRNA 片段和 tRNA 结构互作组。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English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tRNA functions as more than an adaptor: it links genetic decoding, translation kinetics, stress response, immunity, and therapeutic engineering.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Its cloverleaf secondary structure, L-shaped tertiary fold, modified nucleosides, and aminoacylation state jointly determine decoding fidelity.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Recent high-impact work emphasizes suppressor tRNAs, tRNA-tail cleavage, tRNA-derived fragments, and in vivo tRNA structurome/interactome maps.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60704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本页目的：先把文件夹命名转成研究问题，再把文献、代码资源和实验/数据库路线接到同一个框架中。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生物功能与结构：最新高影响力文献清单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Top recent high-impact PubMed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990" y="123444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题名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5774" y="123444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期刊/年份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9800082" y="123444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PMID/DOI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7483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2990" y="1687483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RNA-triggered Cas12a3 cleaves tRNA tails to execute bacterial immunity.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5774" y="1687483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/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00082" y="1687483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41501459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10.1038/s41586-025-09852-9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0527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2990" y="2140527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virally encoded tRNA neutralizes the PARIS antiviral defence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5774" y="2140527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/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00082" y="2140527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39111359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10.1038/s41586-024-07874-3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9357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2990" y="259357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tRNA modifications tune m6A-dependent mRNA decay.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5774" y="259357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Cell /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00082" y="259357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40311619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10.1016/j.cell.2025.04.013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46614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2990" y="3046614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An engineered UGA suppressor tRNA gene for disease-agnostic AAV delivery.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5774" y="3046614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biotechnology /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0082" y="3046614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41555020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10.1038/s41587-025-02982-5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99658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2990" y="3499658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AAV-delivered UGA suppressor tRNA for disease-agnostic in vivo gene therapy.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5774" y="3499658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biotechnology /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082" y="3499658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41629463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10.1038/s41587-026-02999-4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52701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2990" y="3952701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tRNA as an assembly chaperone for a macromolecular transcription-processing complex.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35774" y="3952701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structural &amp; molecula / 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00082" y="3952701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40908366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10.1038/s41594-025-01653-y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05745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990" y="4405745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Structural basis of tRNA recognition by the m3C RNA methyltransferase METTL6 in complex wi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5774" y="4405745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structural &amp; molecula / 2024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00082" y="4405745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38918637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10.1038/s41594-024-01341-3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58789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2990" y="4858789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methyltransferase-independent role for METTL1 in tRNA aminoacylation and oncogenic trans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5774" y="4858789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00082" y="4858789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39892392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10.1016/j.molcel.2025.01.003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11832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2990" y="5311832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Translational regulation by oxidative desulfuration of tRNA modifications.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5774" y="5311832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communications /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0082" y="5311832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41807381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10.1038/s41467-026-70126-7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64876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2990" y="5764876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Structure of fungal tRNA ligase Trl1 with RNA reveals conserved substrate-binding principl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5774" y="5764876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structural &amp; molecula / 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0082" y="5764876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40563009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10.1038/s41594-025-01589-3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55080"/>
            <a:ext cx="109728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Microsoft YaHei"/>
              </a:rPr>
              <a:t>完整 15 篇及摘要字段见各子文件夹 downloaded_resources/pubmed_literature_selected.csv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生物功能与结构：文章图像证据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Representative figure from screened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MC12851939_41586_2025_9852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50" y="1234440"/>
            <a:ext cx="4971979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17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这张图作为本主题的视觉锚点，用于解释研究设计、关键机制或技术路线。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汇报时建议只讲图中与本文件夹主题直接相关的 1-2 个结论，避免逐 panel 读图。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原始科学数据未被重绘；这里只做缩放嵌入。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779008"/>
            <a:ext cx="1088136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RNA-triggered Cas12a3 cleaves tRNA tails to execute bacterial immunity.; Nature, 2026; PMID 41501459; PMCID PMC12851939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生物功能与结构：GitHub 与可复用资源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GitHub repositories and reusable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3072384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仓库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66744" y="1325880"/>
            <a:ext cx="877824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stars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4568" y="1325880"/>
            <a:ext cx="1316736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语言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1304" y="1325880"/>
            <a:ext cx="5705856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用途判断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84120"/>
            <a:ext cx="3072384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junchaoshi/sports1.1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2484120"/>
            <a:ext cx="877824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484120"/>
            <a:ext cx="1316736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Perl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1304" y="2484120"/>
            <a:ext cx="5705856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Small non-coding RNA annotation Pipeline Optimized for rRNA- and tRNA-Derived Smal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42360"/>
            <a:ext cx="3072384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UCSC-LoweLab/tDRnamer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6744" y="3642360"/>
            <a:ext cx="877824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642360"/>
            <a:ext cx="1316736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4" y="3642360"/>
            <a:ext cx="5705856" cy="11582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Standardized naming for tRNA-derived RNAs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使用建议：先复现 README 中的最小示例，再把输入/输出字段映射到本项目的 tRNA 坐标、修饰位点或实验批次。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保存路径：每个子文件夹的 downloaded_resources/ 下包含 CSV、JSON、图像 manifest 与可追溯链接。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tRNA 分析工具与算法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tRNA analysis tools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7432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icrosoft YaHei"/>
              </a:rPr>
              <a:t>中文阐述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算法核心难点来自 tRNA 的短序列、多拷贝、强修饰、结构相似性以及测序逆转录停顿/错配。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工具链通常包括基因识别、参考库构建、读段比对、修饰信号建模、表达定量和可视化解释。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tRNAscan-SE、mim-tRNAseq、nanopore direct tRNA sequencing 等代表了从注释到定量修饰的关键路线。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English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Algorithmic challenges arise from short length, multi-copy genes, heavy modification, structural similarity, and modification-induced RT stops or mismatches.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 practical toolchain covers gene detection, reference construction, read alignment, modification-signal modeling, abundance quantification, and visualization.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tRNAscan-SE, mim-tRNAseq, and direct nanopore tRNA sequencing represent major routes from annotation to quantitative modification profiling.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60704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本页目的：先把文件夹命名转成研究问题，再把文献、代码资源和实验/数据库路线接到同一个框架中。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工具与算法：最新高影响力文献清单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Top recent high-impact PubMed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990" y="123444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题名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5774" y="123444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期刊/年份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9800082" y="123444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PMID/DOI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7483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2990" y="1687483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RNA-triggered Cas12a3 cleaves tRNA tails to execute bacterial immunity.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5774" y="1687483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/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00082" y="1687483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41501459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10.1038/s41586-025-09852-9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0527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2990" y="2140527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AAV-delivered suppressor tRNA overcomes a nonsense mutation in mice.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5774" y="2140527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/ 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00082" y="2140527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35322228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10.1038/s41586-022-04533-3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9357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2990" y="259357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Design, construction, and functional characterization of a tRNA neochromosome in yeast.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5774" y="259357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Cell / 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00082" y="259357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37944512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10.1016/j.cell.2023.10.015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46614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2990" y="3046614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Quantitative analysis of tRNA abundance and modifications by nanopore RNA sequencing.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5774" y="3046614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biotechnology /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0082" y="3046614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37024678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10.1038/s41587-023-01743-6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99658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2990" y="3499658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Quantifying tRNA abundance by sequencing.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5774" y="3499658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genetics / 2023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082" y="3499658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37173525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10.1038/s41588-023-01404-z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52701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2990" y="3952701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High-resolution quantitative profiling of tRNA abundance and modification status in eukary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35774" y="3952701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00082" y="3952701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33581077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10.1016/j.molcel.2021.01.028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05745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990" y="4405745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ligation-independent sequencing method reveals tRNA-derived RNAs with blocked 3' termini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5774" y="4405745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00082" y="4405745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39096899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10.1016/j.molcel.2024.07.008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58789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2990" y="4858789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pro-metastatic tRNA fragment drives Nucleolin oligomerization and stabilization of its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5774" y="4858789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00082" y="4858789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35654044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10.1016/j.molcel.2022.05.008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11832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2990" y="5311832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Deciphering tRNA repertoires and translation coordination during mouse early embryogenesis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5774" y="5311832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communications /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0082" y="5311832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42062277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10.1038/s41467-026-72603-5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64876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2990" y="5764876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In vivo structure profiling reveals human cytosolic and mitochondrial tRNA structurome and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5774" y="5764876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communications / 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0082" y="5764876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40447571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10.1038/s41467-025-59435-5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55080"/>
            <a:ext cx="109728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Microsoft YaHei"/>
              </a:rPr>
              <a:t>完整 15 篇及摘要字段见各子文件夹 downloaded_resources/pubmed_literature_selected.csv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工具与算法：文章图像证据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Representative figure from screened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MC10791586_41587_2023_1743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639" y="1234440"/>
            <a:ext cx="5050401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17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这张图作为本主题的视觉锚点，用于解释研究设计、关键机制或技术路线。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汇报时建议只讲图中与本文件夹主题直接相关的 1-2 个结论，避免逐 panel 读图。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原始科学数据未被重绘；这里只做缩放嵌入。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779008"/>
            <a:ext cx="1088136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Quantitative analysis of tRNA abundance and modifications by nanopore RNA sequencing.; Nature biotechnology, 2024; PMID 37024678; PMCID PMC10791586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工具与算法：GitHub 与可复用资源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GitHub repositories and reusable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仓库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66744" y="1325880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stars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4568" y="1325880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语言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1304" y="1325880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用途判断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2268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UCSC-LoweLab/tRNAscan-SE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1822268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822268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1304" y="1822268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A program for detection of tRNA genes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18657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nedialkova-lab/mim-tRNAseq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6744" y="2318657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2318657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Scheme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4" y="2318657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Modification-induced misincorporation tRNA sequencing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15045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merenlab/tRNA-seq-tools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2815045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815045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1304" y="2815045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无描述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11434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rnabioco/tRNA004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6744" y="3311434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3311434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61304" y="3311434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Nanopore direct tRNA sequencing method refinement and RNA modification benchmarkin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07822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rnabioinfor/TRAC-Seq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3807822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44568" y="3807822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HTML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61304" y="3807822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Single-nucleotide resolution profiling of m7G tRNA modifications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304211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UCSC-LoweLab/tDRnamer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6744" y="4304211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4568" y="4304211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1304" y="4304211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Standardized naming for tRNA-derived RNAs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使用建议：先复现 README 中的最小示例，再把输入/输出字段映射到本项目的 tRNA 坐标、修饰位点或实验批次。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保存路径：每个子文件夹的 downloaded_resources/ 下包含 CSV、JSON、图像 manifest 与可追溯链接。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tRNA 修饰指纹数据库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tRNA mod-fingerprint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7432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icrosoft YaHei"/>
              </a:rPr>
              <a:t>中文阐述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tRNA 修饰指纹把“哪一种 tRNA、哪个位点、哪类修饰、在哪个条件下变化”组织为可查询的证据结构。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数据库建设需要统一 tRNA 坐标、修饰命名、物种来源、实验技术、置信度和可视化字段。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MODOMICS、RNAcentral 及测序/质谱分析项目可作为设计本地数据库的外部锚点。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English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 tRNA modification fingerprint organizes which tRNA, which position, which modification, and which condition into a queryable evidence model.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Database design requires harmonized tRNA coordinates, modification nomenclature, species metadata, experimental technology, confidence scores, and visualization fields.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MODOMICS, RNAcentral, and sequencing/mass-spectrometry projects can anchor a local database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60704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本页目的：先把文件夹命名转成研究问题，再把文献、代码资源和实验/数据库路线接到同一个框架中。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修饰指纹数据库：最新高影响力文献清单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Top recent high-impact PubMed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990" y="123444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题名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5774" y="123444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期刊/年份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9800082" y="123444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PMID/DOI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7483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2990" y="1687483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tRNA modifications tune m6A-dependent mRNA decay.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5774" y="1687483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Cell /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00082" y="1687483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40311619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10.1016/j.cell.2025.04.013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0527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2990" y="2140527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Alanyl-tRNA synthetase, AARS1, is a lactate sensor and lactyltransferase that lactylates 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5774" y="2140527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Cell /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00082" y="2140527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38653238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10.1016/j.cell.2024.04.002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9357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2990" y="259357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cholesterol-responsive hepatic tRNA-derived small RNA regulates cholesterol homeostasis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5774" y="259357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communications /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00082" y="259357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41398161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10.1038/s41467-025-67387-z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46614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2990" y="3046614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Transfer RNA modifications and cellular thermotolerance.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5774" y="3046614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0082" y="3046614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38181765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10.1016/j.molcel.2023.11.041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99658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2990" y="3499658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NAT10 promotes cancer metastasis by modulating p300/CBP activity through chromatin-associa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5774" y="3499658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082" y="3499658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41344331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10.1016/j.molcel.2025.11.010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52701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2990" y="3952701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tRNA as an assembly chaperone for a macromolecular transcription-processing complex.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35774" y="3952701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structural &amp; molecula / 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00082" y="3952701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40908366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10.1038/s41594-025-01653-y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05745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990" y="4405745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ligation-independent sequencing method reveals tRNA-derived RNAs with blocked 3' termini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5774" y="4405745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00082" y="4405745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39096899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10.1016/j.molcel.2024.07.008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58789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2990" y="4858789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Structural basis of tRNA recognition by the m3C RNA methyltransferase METTL6 in complex wi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5774" y="4858789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structural &amp; molecula / 2024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00082" y="4858789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38918637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10.1038/s41594-024-01341-3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11832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2990" y="5311832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Structures of the ribosome bound to EF-Tu-isoleucine tRNA elucidate the mechanism of AUG 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5774" y="5311832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structural &amp; molecula / 2024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0082" y="5311832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38538914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10.1038/s41594-024-01236-3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64876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2990" y="5764876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tRNA renovatio: Rebirth through fragmentation.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5774" y="5764876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0082" y="5764876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37802077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10.1016/j.molcel.2023.09.016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55080"/>
            <a:ext cx="109728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Microsoft YaHei"/>
              </a:rPr>
              <a:t>完整 15 篇及摘要字段见各子文件夹 downloaded_resources/pubmed_literature_selected.csv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修饰指纹数据库：文章图像证据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Representative figure from screened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942" y="1234440"/>
            <a:ext cx="3753794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17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这张图作为本主题的视觉锚点，用于解释研究设计、关键机制或技术路线。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汇报时建议只讲图中与本文件夹主题直接相关的 1-2 个结论，避免逐 panel 读图。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原始科学数据未被重绘；这里只做缩放嵌入。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779008"/>
            <a:ext cx="1088136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Translational regulation by oxidative desulfuration of tRNA modifications.; Nature communications, 2026; PMID 41807381; PMCID PMC12976133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修饰指纹数据库：GitHub 与可复用资源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GitHub repositories and reusable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仓库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66744" y="132588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stars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4568" y="132588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语言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1304" y="132588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用途判断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1196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junchaoshi/sports1.1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171196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71196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Perl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1304" y="171196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Small non-coding RNA annotation Pipeline Optimized for rRNA- and tRNA-Derived Smal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9804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nedialkova-lab/mim-tRNAseq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6744" y="209804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209804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Scheme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4" y="209804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Modification-induced misincorporation tRNA sequencing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48412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rnabioco/tRNA004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248412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48412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1304" y="248412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Nanopore direct tRNA sequencing method refinement and RNA modification benchmarkin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7020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rnabioinfor/TRAC-Seq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6744" y="287020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287020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61304" y="287020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Single-nucleotide resolution profiling of m7G tRNA modifications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25628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jfallmann/tRNA_ngs_mod_map_call_galaxy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325628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44568" y="325628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61304" y="325628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Tool collection for identification of tRNA modifications from NGS data galaxy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64236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monimaanam/Modomics_Decoder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6744" y="364236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4568" y="364236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1304" y="364236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Annotates modomics RNA sequences for easy viewing of RNA modifications and nucleot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02844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AteeshaNegi/nanopore-2Read-trna-pipeline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6744" y="402844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44568" y="402844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61304" y="402844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Oxford Nanopore 2-Read Genome Wide tRNA Modification Analysis Pipeline - RNA Epitr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414520"/>
            <a:ext cx="307238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FlorianPichot/tRNA_reference_construction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66744" y="4414520"/>
            <a:ext cx="877824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44568" y="4414520"/>
            <a:ext cx="131673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61304" y="4414520"/>
            <a:ext cx="5705856" cy="3860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无描述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使用建议：先复现 README 中的最小示例，再把输入/输出字段映射到本项目的 tRNA 坐标、修饰位点或实验批次。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保存路径：每个子文件夹的 downloaded_resources/ 下包含 CSV、JSON、图像 manifest 与可追溯链接。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tRNA 相关湿实验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tRNA-related wet-lab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7432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icrosoft YaHei"/>
              </a:rPr>
              <a:t>中文阐述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湿实验围绕样本质量、tRNA 富集、修饰保真、氨酰化状态保护和测序/质谱平台兼容性展开。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常见实验包括 Northern blot、氨酰化测定、LC-MS/MS、去修饰/酶处理、small RNA-seq 与 nanopore direct RNA sequencing。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Microsoft YaHei"/>
              </a:rPr>
              <a:t>关键质控包括 spike-in、去氨酰化对照、酶切效率、RT-stop/mismatch 校准以及 tRNA 片段与成熟 tRNA 的区分。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English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27632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Wet-lab work depends on sample integrity, tRNA enrichment, modification preservation, aminoacylation protection, and platform compatibility.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Common assays include Northern blotting, aminoacylation assays, LC-MS/MS, demodification/enzyme treatment, small RNA-seq, and direct nanopore RNA sequencing.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Key controls include spike-ins, deacylation controls, enzyme-efficiency checks, RT-stop/mismatch calibration, and discrimination between tRNA fragments and mature tRNAs.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60704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本页目的：先把文件夹命名转成研究问题，再把文献、代码资源和实验/数据库路线接到同一个框架中。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湿实验路线：最新高影响力文献清单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Top recent high-impact PubMed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990" y="123444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题名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5774" y="123444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期刊/年份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9800082" y="123444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Microsoft YaHei"/>
              </a:rPr>
              <a:t>PMID/DOI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7483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2990" y="1687483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RNA-triggered Cas12a3 cleaves tRNA tails to execute bacterial immunity.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5774" y="1687483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/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00082" y="1687483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41501459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10.1038/s41586-025-09852-9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0527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2990" y="2140527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AAV-delivered suppressor tRNA overcomes a nonsense mutation in mice.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5774" y="2140527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/ 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00082" y="2140527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35322228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10.1038/s41586-022-04533-3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93570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2990" y="2593570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Design, construction, and functional characterization of a tRNA neochromosome in yeast.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5774" y="2593570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Cell / 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00082" y="2593570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37944512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10.1016/j.cell.2023.10.015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46614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2990" y="3046614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Quantitative analysis of tRNA abundance and modifications by nanopore RNA sequencing.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5774" y="3046614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biotechnology /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0082" y="3046614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37024678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10.1038/s41587-023-01743-6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99658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2990" y="3499658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An engineered UGA suppressor tRNA gene for disease-agnostic AAV delivery.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5774" y="3499658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biotechnology /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082" y="3499658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41555020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10.1038/s41587-025-02982-5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52701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2990" y="3952701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Quantifying tRNA abundance by sequencing.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35774" y="3952701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genetics / 2023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00082" y="3952701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37173525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10.1038/s41588-023-01404-z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05745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990" y="4405745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Translational regulation by oxidative desulfuration of tRNA modifications.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5774" y="4405745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communications /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00082" y="4405745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41807381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10.1038/s41467-026-70126-7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58789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2990" y="4858789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RelA-SpoT Homolog toxins pyrophosphorylate the CCA end of tRNA to inhibit protein synthesi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5774" y="4858789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00082" y="4858789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34174184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10.1016/j.molcel.2021.06.005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11832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2990" y="5311832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A ligation-independent sequencing method reveals tRNA-derived RNAs with blocked 3' termini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5774" y="5311832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Molecular cell / 2024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0082" y="5311832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39096899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10.1016/j.molcel.2024.07.008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64876"/>
            <a:ext cx="560070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2990" y="5764876"/>
            <a:ext cx="6272784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tRNA m1A modification regulate HSC maintenance and self-renewal via mTORC1 signaling.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5774" y="5764876"/>
            <a:ext cx="246430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Nature communications / 2024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0082" y="5764876"/>
            <a:ext cx="1904238" cy="453043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Microsoft YaHei"/>
              </a:rPr>
              <a:t>38977676</a:t>
            </a:r>
            <a:br/>
            <a:r>
              <a:rPr sz="700" b="0">
                <a:solidFill>
                  <a:srgbClr val="000000"/>
                </a:solidFill>
                <a:latin typeface="Microsoft YaHei"/>
              </a:rPr>
              <a:t>10.1038/s41467-024-50110-9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55080"/>
            <a:ext cx="109728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Microsoft YaHei"/>
              </a:rPr>
              <a:t>完整 15 篇及摘要字段见各子文件夹 downloaded_resources/pubmed_literature_selected.csv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湿实验路线：文章图像证据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Representative figure from screened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MC12368100_41467_2025_6254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513" y="1234440"/>
            <a:ext cx="3392652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17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这张图作为本主题的视觉锚点，用于解释研究设计、关键机制或技术路线。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汇报时建议只讲图中与本文件夹主题直接相关的 1-2 个结论，避免逐 panel 读图。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原始科学数据未被重绘；这里只做缩放嵌入。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779008"/>
            <a:ext cx="1088136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Nanopore sequencing of intact aminoacylated tRNAs.; Nature communications, 2025; PMID 40835813; PMCID PMC12368100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湿实验路线：GitHub 与可复用资源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GitHub repositories and reusable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仓库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66744" y="1325880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stars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4568" y="1325880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语言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1304" y="1325880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用途判断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2268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nedialkova-lab/mim-tRNAseq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1822268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822268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Scheme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1304" y="1822268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Modification-induced misincorporation tRNA sequencing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18657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merenlab/tRNA-seq-tools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6744" y="2318657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2318657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4" y="2318657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无描述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15045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rnabioco/tRNA004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6744" y="2815045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815045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1304" y="2815045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Nanopore direct tRNA sequencing method refinement and RNA modification benchmarkin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11434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rnabioinfor/TRAC-Seq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6744" y="3311434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3311434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61304" y="3311434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Single-nucleotide resolution profiling of m7G tRNA modifications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07822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rnabioco/aa-tRNA-seq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3807822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44568" y="3807822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Python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61304" y="3807822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Public-facing repo for aa-tRNA-seq pre-print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304211"/>
            <a:ext cx="307238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trypchromics/trnaExpCodAdapt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6744" y="4304211"/>
            <a:ext cx="877824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4568" y="4304211"/>
            <a:ext cx="131673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1304" y="4304211"/>
            <a:ext cx="5705856" cy="496388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Microsoft YaHei"/>
              </a:rPr>
              <a:t>tRNA Expression-Codon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使用建议：先复现 README 中的最小示例，再把输入/输出字段映射到本项目的 tRNA 坐标、修饰位点或实验批次。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Microsoft YaHei"/>
              </a:rPr>
              <a:t>保存路径：每个子文件夹的 downloaded_resources/ 下包含 CSV、JSON、图像 manifest 与可追溯链接。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综合结论：四个子项目应合并为证据闭环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Integrated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结构功能主题提供生物学假设：哪些 tRNA、修饰或片段可能改变翻译、免疫或疾病表型。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工具算法主题把高通量数据转成可比较特征：丰度、错配、RT-stop、修饰概率、结构互作与片段谱。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修饰指纹数据库主题负责证据沉淀：统一位点坐标、文献来源、实验方法、置信度和查询接口。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湿实验主题负责验证：通过 LC-MS/MS、Northern、氨酰化测定和定向测序校准算法输出。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后续建议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r>
              <a:rPr sz="900" b="0">
                <a:solidFill>
                  <a:srgbClr val="464646"/>
                </a:solidFill>
                <a:latin typeface="Microsoft YaHei"/>
              </a:rPr>
              <a:t>Suggested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如果要继续深化，建议先确定一个核心物种/疾病/实验条件，否则四个主题会很容易扩散。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数据库字段优先级：tRNA ID、isoacceptor/isodecoder、修饰位点、修饰类型、检测技术、PMID、样本条件、置信度。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实验优先级：先做可重复的 tRNA abundance/modification profiling，再针对关键位点做验证实验。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文献更新：建议每月按相同脚本刷新 PubMed 与 GitHub，避免综述和工具版本过期。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