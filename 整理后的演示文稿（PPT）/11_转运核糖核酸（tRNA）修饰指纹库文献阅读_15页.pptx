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1. METTL6-SerRS 结构解释 m3C32 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38918637 | Fig. 1 | Nature Structural &amp; Molecular Biology 2024</a:t>
            </a:r>
          </a:p>
        </p:txBody>
      </p:sp>
      <p:pic>
        <p:nvPicPr>
          <p:cNvPr id="4" name="Picture 3" descr="PMC11479938_41594_2024_1341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960120"/>
            <a:ext cx="5486399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图中把 METTL6、SerRS、tRNASer 放在同一 cryo-EM 复合物中，说明 m3C32 不是孤立位点。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SerRS 作为底物选择因子增强 METTL6 对 tRNASer 的甲基化。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指纹库应记录：m3C32、METTL6、SerRS 依赖性、A37 预修饰和 variable arm 识别。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证据类型：结构 + 体外甲基化 + MS/突变验证。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2. METTL1-WDR4/m7G46 下降连接衰老指纹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38977661 | Fig. 1 | Nature Communications 2024</a:t>
            </a:r>
          </a:p>
        </p:txBody>
      </p:sp>
      <p:pic>
        <p:nvPicPr>
          <p:cNvPr id="4" name="Picture 3" descr="PMC11231295_41467_2024_4979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3368"/>
            <a:ext cx="6629400" cy="3662743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图中显示 senescence / aging 过程中 METTL1-WDR4 和 RNA/tRNA m7G 水平下降。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m7G46 影响 tRNA 稳定性、RTD、核糖体停顿和翻译效率。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数据库字段应包括 cleavage score、tRNA abundance、METTL1/WDR4 状态、衰老表型。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TRAC-seq 是 m7G46 的核心测序证据。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3. tRNA 可作为病毒 vRNAP 装配伴侣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40908366 | Fig. 2 | Nature Structural &amp; Molecular Biology 2025</a:t>
            </a:r>
          </a:p>
        </p:txBody>
      </p:sp>
      <p:pic>
        <p:nvPicPr>
          <p:cNvPr id="4" name="Picture 3" descr="PMC12618233_41594_2025_165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825" y="960120"/>
            <a:ext cx="3056708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图中展示 early PIC / vRNAP 的 tRNA-chaperoned 装配中间体。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tRNAGln/Arg 的构象和修饰状态决定其是否适合装配，而不仅影响翻译。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该论文提醒：修饰“缺失”也可能是功能性指纹，例如缺少 mcm5s2U34。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数据库需要支持 non-translational function 和 viral RNP assembly 标签。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4. PANDORA-seq 锁定 cholesterol-responsive tsRNA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41398161 | Fig. 1 | Nature Communications 2025</a:t>
            </a:r>
          </a:p>
        </p:txBody>
      </p:sp>
      <p:pic>
        <p:nvPicPr>
          <p:cNvPr id="4" name="Picture 3" descr="PMC12706008_41467_2025_67387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46" y="960120"/>
            <a:ext cx="3914867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图中比较传统 RNA-seq 与 PANDORA-seq，显示 PANDORA-seq 更能捕获肝脏 tsRNA。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tsRNA-Glu-CTC 是高丰度、胆固醇响应的小 RNA。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内源 tsRNA 带修饰，MLC-seq 可解析修饰型 tsRNA，且功能强于未修饰合成体。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指纹库应把 tsRNA fragment 作为独立实体：来源 tRNA、端点、修饰、组织、表型。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5. ALKB-1/m1A 影响线粒体遗传质量控制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41611679 | Fig. 2 | Nature Communications 2026</a:t>
            </a:r>
          </a:p>
        </p:txBody>
      </p:sp>
      <p:pic>
        <p:nvPicPr>
          <p:cNvPr id="4" name="Picture 3" descr="PMC12957315_41467_2026_68813_Fig2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1455"/>
            <a:ext cx="6629400" cy="498656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图中显示 ALKB-1 失活后 tRNA m1A 增加，并伴随翻译与线粒体蛋白稳态改变。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m1A 异常引发 ROS、SKN-1、UPRmt，最终延迟 paternal mitochondrial elimination。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指纹库应区分 writer 与 eraser，并记录 demethylation-dependent 状态。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功能字段建议加入 mitochondrial proteostasis、PME、fertility/embryo viability。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6. 冠状病毒重编程宿主 tRNA 修饰景观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41714626 | Fig. 3 | Nature Communications 2026</a:t>
            </a:r>
          </a:p>
        </p:txBody>
      </p:sp>
      <p:pic>
        <p:nvPicPr>
          <p:cNvPr id="4" name="Picture 3" descr="PMC13031925_41467_2026_69700_Fig3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91" y="960120"/>
            <a:ext cx="5914176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图中用 LC-MS/MS 展示 SARS-CoV-2 与 HCoV-OC43 感染后的 tRNA 修饰变化。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关键修饰包括 I、Q、mcm5U/mcm5s2U、m5C/f5C，主要服务于病毒偏好的 suboptimal codons。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mim-tRNAseq 与 LC-MS/MS 可互补建立动态修饰指纹。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数据库需要把 condition=viral infection/stress 与 codon usage pressure 关联。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7. 氧化脱硫把 mcm5s2U34 转成动态翻译指纹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PMID 41807381 | Fig. 1 | Nature Communications 2026</a:t>
            </a:r>
          </a:p>
        </p:txBody>
      </p:sp>
      <p:pic>
        <p:nvPicPr>
          <p:cNvPr id="4" name="Picture 3" descr="PMC12976133_41467_2026_70126_Fig1_HT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93" y="960120"/>
            <a:ext cx="4527772" cy="534924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图中说明 U34 wobble 2-thiouridine derivatives 可在氧化条件下脱硫为 h2U derivatives。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mcm5h2U34 会降低氨酰化效率和 A-site codon recognition。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这是“同一位点修饰状态转换”的典型动态指纹。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建议字段：redox_state、precursor_modification、converted_modification、aminoacylation effect。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8. SPORTS1.1 用于 tsRNA/tRF 来源注释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junchaoshi/sports1.1</a:t>
            </a:r>
          </a:p>
        </p:txBody>
      </p:sp>
      <p:pic>
        <p:nvPicPr>
          <p:cNvPr id="4" name="Picture 3" descr="github_sport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适合处理 PANDORA-seq 或 small RNA-seq，识别 tRNA 5 end、3 end、internal fragments。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输出 reads、length、Match_Genome、Annotation 和长度分布。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可把 tsRNA-Glu-CTC 这类 fragment 接入指纹库。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注意：mismatch 只能提示候选修饰，不能直接作为修饰定论。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9. mim-tRNAseq 产出 RT/misincorporation 修饰指纹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nedialkova-lab/mim-tRNAseq</a:t>
            </a:r>
          </a:p>
        </p:txBody>
      </p:sp>
      <p:pic>
        <p:nvPicPr>
          <p:cNvPr id="4" name="Picture 3" descr="github_mimtrna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自动完成 tRNA 聚类、modification index、SNP-tolerant alignment 和 transcript-level deconvolution。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核心输出是 coverage、expression、3'-CCA completeness、misincorporation signatures。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可用 SLAC 分析修饰-修饰、修饰-氨酰化之间的 single-read crosstalk。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适合作为指纹库中 sequencing-inferred modification evidence 的主线工具。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10. tRNA004 提供 Nanopore RNA004 修饰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rnabioco/tRNA004</a:t>
            </a:r>
          </a:p>
        </p:txBody>
      </p:sp>
      <p:pic>
        <p:nvPicPr>
          <p:cNvPr id="4" name="Picture 3" descr="github_trna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项目比较 RNA002 与 RNA004 chemistry 在直接 tRNA 测序中的表现。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把 basecalling error data 映射到 MODOMICS 修饰位点和 tRNA 结构。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覆盖 40+ / 43 类 RNA 修饰，是纳米孔修饰指纹的参考训练集。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数据库应记录 chemistry、basecaller、sequence context、coverage、error profile。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11. TRAC-Seq 是 m7G46 的切割型指纹方法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rnabioinfor/TRAC-Seq + PMID 38977661 方法</a:t>
            </a:r>
          </a:p>
        </p:txBody>
      </p:sp>
      <p:pic>
        <p:nvPicPr>
          <p:cNvPr id="4" name="Picture 3" descr="github_trac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通过 NaBH4 还原 m7G，再用 aniline 在还原位点切割。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测序后以 cleavage score 定位 m7G 位点并估算修饰变化。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尤其适合 METTL1-WDR4/m7G46 体系。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仓库 README 很少，数据库实现应以论文方法和补充材料为准。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12. Galaxy workflow 组织传统 NGS 修饰映射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jfallmann/tRNA_ngs_mod_map_call_galaxy</a:t>
            </a:r>
          </a:p>
        </p:txBody>
      </p:sp>
      <p:pic>
        <p:nvPicPr>
          <p:cNvPr id="4" name="Picture 3" descr="github_galaxy_trna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提供 addCCA、clustering、multimapperPhasing、GATK wrapper 等工具。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多重比对 reads 只有在 misincorporation pattern 一致时才保留。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有助于把传统短读长 mismatch/variant 信号标准化。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局限是依赖 GATK 3.6 和 Galaxy 环境，现代化需要重写。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13. Modomics_Decoder 可导入参考修饰符号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monimaanam/Modomics_Decoder</a:t>
            </a:r>
          </a:p>
        </p:txBody>
      </p:sp>
      <p:pic>
        <p:nvPicPr>
          <p:cNvPr id="4" name="Picture 3" descr="github_modomics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把 MODOMICS unicode sequence 转成 position-symbol-short name 表。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例如 7=m7G，?=m5C，Ѣ=m1A，Щ=m3C。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适合作为 reference modification import 的轻量工具。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仍需补充物种、tRNA 名称、标准坐标、证据来源和 MODOMICS 版本。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14. Nanopore 2-Read 强调 termination/read-through 指纹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AteeshaNegi/nanopore-2Read-trna-pipeline</a:t>
            </a:r>
          </a:p>
        </p:txBody>
      </p:sp>
      <p:pic>
        <p:nvPicPr>
          <p:cNvPr id="4" name="Picture 3" descr="github_2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思路是用 ONT basecalling error、polymerase read-through/error 和 stop sites 识别修饰。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强调 per-read、per-site、single-nucleotide resolution。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适合与 tRNA004 benchmark 合并，形成纳米孔指纹层。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需要进一步检查脚本完整度、示例数据和统计阈值。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67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icrosoft YaHei"/>
              </a:rPr>
              <a:t>15. tRNA reference construction 解决归属和版本问题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12648"/>
            <a:ext cx="111556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icrosoft YaHei"/>
              </a:rPr>
              <a:t>GitHub: FlorianPichot/tRNA_reference_construction</a:t>
            </a:r>
          </a:p>
        </p:txBody>
      </p:sp>
      <p:pic>
        <p:nvPicPr>
          <p:cNvPr id="4" name="Picture 3" descr="github_reference_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2243"/>
            <a:ext cx="6629400" cy="402499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269480" y="987552"/>
            <a:ext cx="4526280" cy="5166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从 genomic tRNA predictions 构建 non-duplicated、merged、optimized references。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通过 reads mapping 验证参考质量。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这不是修饰 caller，但决定后续 reads 和修饰位点如何归属。</a:t>
            </a:r>
          </a:p>
          <a:p>
            <a:pPr>
              <a:spcAft>
                <a:spcPts val="700"/>
              </a:spcAft>
              <a:defRPr sz="1400">
                <a:solidFill>
                  <a:srgbClr val="000000"/>
                </a:solidFill>
                <a:latin typeface="Microsoft YaHei"/>
              </a:defRPr>
            </a:pPr>
            <a:r>
              <a:t>指纹库应固定 reference_version，并保留 mature CCA / genomic / merged 坐标映射。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