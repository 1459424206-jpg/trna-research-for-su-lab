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tRNA 的广谱生理功能与结构特征：从分子识别到早期胚胎发育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192" y="566928"/>
            <a:ext cx="110642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505050"/>
                </a:solidFill>
                <a:latin typeface="微软雅黑" panose="020B0503020204020204" charset="-122"/>
              </a:rPr>
              <a:t>Integrated review deck | white background | one figure per slide</a:t>
            </a:r>
            <a:endParaRPr sz="100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NA_structure_schematic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659636"/>
            <a:ext cx="6172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汇报围绕一个核心问题组织：tRNA 的结构特征如何支持多种生理功能，并如何参与早期胚胎发育调控。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主线分为四层：结构识别、加工与修饰、非经典生理功能、早期胚胎发育与 MZT/ZGA。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每页只放一张图或一张示意图；右侧文字解释该图在整篇文献逻辑中的位置。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来源：根据本汇报所列文献综合整理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文献构成与汇报模块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sele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结构模块用于说明 tRNA 的受体茎、反密码子臂、可变环、3' CCA 和修饰位点如何被蛋白识别。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生理模块用于说明 tRNA 在翻译关闭、抗病毒防御、病毒逃逸和大分子复合物装配中的非经典功能。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发育模块聚焦 MZT/ZGA、胚胎 tRNA repertoire、tRNA gene dosage 和父源 tRNA fragments。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来源：根据本汇报所列文献综合整理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总假说：tRNA 的结构信息层决定其广谱生理功能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entral_hypothe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tRNA 的生理功能不是“一个分子一种用途”，而是由结构域、修饰、末端成熟状态和互作蛋白共同决定。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早期胚胎发育是检验这一假说的理想场景：转录沉默到 ZGA 的窗口期高度依赖母源 RNA、翻译和 RNA 稳定性。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因此，tRNA repertoire、修饰和 small RNA fragment 都可能影响 MZT、ZGA、裂解节律和胚胎发育潜能。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来源：根据本汇报所列文献综合整理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文献精读 1｜DM-DMS-MaPseq：活细胞中的 tRNA structurome/interactome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structurome_log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文章逻辑：先解决测序障碍，再比较体外/体内 DMS 信号，最后用 stress perturbation 证明互作图谱动态变化。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该研究提供了在细胞状态下解析 tRNA 结构与互作的技术基础。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与胚胎发育连接：MZT 期间 tRNA 结构与互作是否重排，理论上可用类似策略检测。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来源：In vivo structure profiling reveals human cytosolic and mitochondrial tRNA structurome and interactome in response to stress. PMID: 40447571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DM-DMS-MaPseq 的关键方法步骤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Structurome_Fig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是方法验证图：demethylase 先去除阻碍 RT 的 tRNA 修饰，再用 DMS-MaPseq 读出可及性。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核心读数不是单纯丰度，而是碱基在体内是否被蛋白/核糖体/结构保护。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这使 tRNA 从“序列/丰度对象”变成“结构-互作状态对象”。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来源：In vivo structure profiling reveals human cytosolic and mitochondrial tRNA structurome and interactome in response to stress. PMID: 40447571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体内 tRNA 图谱明显不同于体外折叠状态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Structurome_Fig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2 比较 chromosomal-encoded tRNA 的 in vitro 与 in vivo DMS signals。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结论：同一种 tRNA 在细胞内有特定保护/暴露模式，不同 isodecoder 也可能不同。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这对早期胚胎尤其重要：发育阶段改变的不只是 tRNA 数量，也可能是 tRNA 互作状态。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来源：In vivo structure profiling reveals human cytosolic and mitochondrial tRNA structurome and interactome in response to stress. PMID: 40447571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氧化应激会重排 tRNA 结构和互作，提示翻译程序可被 tRNA 层调节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Structurome_Fig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4 展示 arsenite stress 下细胞质 tRNA 的 ΔDMS signal。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stress 后某些位点更暴露或更受保护，说明 tRNA 与翻译机器/蛋白的接触被重排。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讨论意义：如果早期胚胎处在氧化、代谢或细胞周期压力下，tRNA interactome 也可能参与翻译重编程。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来源：In vivo structure profiling reveals human cytosolic and mitochondrial tRNA structurome and interactome in response to stress. PMID: 40447571 | Fig. 4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文献精读 2｜OB-fold：成熟 tRNA 的 3' CA 末端是可被蛋白读取的结构标志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obfold_log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假说：OB-fold 蛋白可能通过一个成熟 tRNA 的通用标志进行识别。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结果将识别焦点从 tRNA 主体/反密码子转向 3' 端成熟状态。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与胚胎发育连接：成熟 tRNA pool 的质量控制会影响翻译可用性。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widespread OB fold. PMID: 39075051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Trbp111-tRNA 共晶结构证明 3' 端捕获是核心识别模式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OBfold_Fig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2 是全文最关键结构图：Trbp111 二聚体结合两个 tRNA 分子，接触集中在 3' 端。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这说明 tRNA 的 3' CA 不只是氨基酸连接末端，也可作为蛋白识别标志。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结构特征：单链末端位置、CA 序列和末端几何共同决定识别。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widespread OB fold. PMID: 39075051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突变和竞争实验把结构接触转化为功能证据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OBfold_Fig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3 通过界面突变和底物竞争证明 3' 端接触是结合所必需。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结果说明 Trbp111 的 tRNA 识别不是晶体偶然现象，而是可被生化验证的功能界面。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讨论意义：tRNA 末端成熟度可能是细胞调控 tRNA 互作网络的一层质量控制。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widespread OB fold. PMID: 39075051 | Fig. 3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文献精读 3｜METTL6-SerRS：tRNA 修饰酶如何选择正确底物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mettl6_log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文章逻辑：先构建复合物结构，再定位 m3C-RBD 和活性中心，最后用突变/活性验证底物选择机制。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生理意义：tRNA 修饰写入依赖蛋白 cofactor，而不是酶单独识别所有序列信息。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发育连接：胚胎翻译保真度和 codon-biased translation 可能依赖修饰酶和 aaRS 协同。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m3C RNA methyltransferase METTL6 in complex with SerRS seryl-tRNA synthetase. PMID: 38918637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METTL6、SerRS 与 tRNASer 形成可解释底物选择的复合物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METTL6_Fig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显示 SerRS-tRNA-METTL6 整体结构。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SerRS 把 tRNASer 带到 METTL6 附近，使 METTL6 不必单独完成全部底物选择。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这提示 aaRS 可作为 tRNA 修饰网络中的身份读取器。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m3C RNA methyltransferase METTL6 in complex with SerRS seryl-tRNA synthetase. PMID: 38918637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反密码子臂重塑把 C32 送入可催化构象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METTL6_Fig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3 展示 tRNA anticodon arm 在复合物中发生构象变化。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C32 和 A37 附近区域被重新排列，为 m3C32 写入提供空间基础。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这说明 tRNA 修饰不是简单识别单个碱基，而是对局部 RNA 构象的读取和重塑。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m3C RNA methyltransferase METTL6 in complex with SerRS seryl-tRNA synthetase. PMID: 38918637 | Fig. 3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METTL6 活性中心把结构重塑转化为化学修饰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METTL6_Fig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4 展示 METTL6 active site 中 C32 与 SAH/SAM 结合口袋关系。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催化位点位于 methyltransferase core 与 m3C-RBD 界面，体现结构域协同。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讨论意义：C32、A37、U34 等反密码子环附近修饰可作为翻译效率和保真度的细粒度调节器。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m3C RNA methyltransferase METTL6 in complex with SerRS seryl-tRNA synthetase. PMID: 38918637 | Fig. 4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文献精读 4｜Trl1：tRNA 剪接后的 exon halves 如何被精确连接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Trl1_Fig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将 fungal Trl1 的三步化学反应串起来：cP opening、5' phosphorylation、adenylylation/ligation。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假说：Trl1-LIG 的结构域必须同时读取 RNA 末端几何和 2'-phosphate 化学状态。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生理意义：tRNA splicing 是 tRNA 成熟和 UPR 相关 RNA processing 的核心步骤。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来源：Structure of fungal tRNA ligase Trl1 with RNA reveals conserved substrate-binding principles. PMID: 40563009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CtTrl1-LIG-RNA 结构捕捉 activated RNA intermediate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Trl1_Fig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2 是结构核心图：RNA 末端、AMP 和 LIG 结构域共同定位反应中心。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方法逻辑：用晶体结构捕捉反应中间体，再用突变和模型解释真实 tRNA substrate。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与结构特征连接：tRNA 剪接后的末端化学状态本身就是底物识别信息。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来源：Structure of fungal tRNA ligase Trl1 with RNA reveals conserved substrate-binding principles. PMID: 40563009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PYROXD1：tRNA ligase 复合物需要抗氧化保护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PYROXD1_Fig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展示 human RTCB-PYROXD1 cryo-EM 结构。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RTCB 是人 tRNA-LC 的催化亚基，活性中心半胱氨酸容易被氧化失活。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该研究将 tRNA processing 与细胞氧化还原状态连接起来。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来源：Mechanistic basis for PYROXD1-mediated protection of the human tRNA ligase complex against oxidative inactivation. PMID: 40069351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PYROXD1 C 端尾部遮挡 RTCB 活性中心，实现可逆保护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PYROXD1_Fig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2 说明 PYROXD1 的 CTD/尾部直接贴近并遮挡 RTCB catalytic center。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保护不是通过远端信号，而是通过物理占位和红氧状态控制。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发育连接：早期胚胎经历代谢转换，RNA processing 酶的氧化保护可能影响 RNA homeostasis。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来源：Mechanistic basis for PYROXD1-mediated protection of the human tRNA ligase complex against oxidative inactivation. PMID: 40069351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文献精读 5｜U34 氧化脱硫：tRNA 修饰把 stress 转换成翻译调控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Desulfuration_Fig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建立化学问题：wobble U34 的 2-thiouridine 衍生物可被氧化脱硫。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假说：xm5s2U34 到 xm5h2U34 的变化会改变 codon recognition 和 aminoacylation。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生理意义：tRNA 修饰可作为氧化压力感受层，而不是静态结构装饰。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来源：Translational regulation by oxidative desulfuration of tRNA modifications. PMID: 41807381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质谱证明细胞质和线粒体 tRNA 中存在脱硫产物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Desulfuration_Fig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3 用 XIC/LC-MS 检测 h2U derivatives。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结果说明脱硫修饰不是体外伪影，而是可在细胞/组织中观察到的真实状态。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与胚胎连接：早期胚胎的氧化还原环境变化可能通过 U34 修饰影响翻译选择性。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来源：Translational regulation by oxidative desulfuration of tRNA modifications. PMID: 41807381 | Fig. 3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cryo-EM 解释 U34 化学变化如何改变 AAA/AAG 解码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Desulfuration_Fig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7 从结构上比较 mcm5s2U34 与 mcm5h2U34 在 ribosomal A-site 的解码几何。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脱硫降低部分 tRNA 的 aminoacylation 和 codon recognition。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讨论意义：这给出 tRNA 修饰-密码子偏好-翻译输出 的直接机制链。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来源：Translational regulation by oxidative desulfuration of tRNA modifications. PMID: 41807381 | Fig. 7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文献精读 6｜Cas12a3：CRISPR 免疫可通过切 tRNA tail 关闭翻译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Cas12a3_Fig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2 是关键结果：target RNA 激活 Cas12a3 后，优先切割 tRNA 的 3' CCA tail。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假说转变：某些 CRISPR effector 并非只清除入侵核酸，而是通过 tRNA inactivation 触发生长停滞。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结构特征：3' CCA tail 成为免疫 nuclease 的广谱底物标志。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来源：RNA-triggered Cas12a3 cleaves tRNA tails to execute bacterial immunity. PMID: 41501459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Cas12a3 四元结构解释 tRNA 如何被装入 RuvC 活性位点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Cas12a3_Fig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3 展示 Ba1Cas12a3-crRNA-target RNA-tRNA complex。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activated Cas12a3 读取 tRNA acceptor stem、T-arm 和 tail，把 3' 端送入 RuvC。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生理意义：tRNA 的保守结构使其成为快速、广谱的翻译关闭目标。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来源：RNA-triggered Cas12a3 cleaves tRNA tails to execute bacterial immunity. PMID: 41501459 | Fig. 3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PARIS：病毒 tRNA 变体可以反制宿主/卫星病毒防御系统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PARIS_Fig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5 证明 PARIS cleaves E. coli tRNALys，而 T5 编码 non-cleavable tRNALys。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文章逻辑：AriA 识别病毒 Ocr，释放 AriB；AriB 切 tRNALys 抑制翻译。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意义：tRNA 是宿主防御与病毒逃逸共同争夺的生理节点。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来源：A virally encoded tRNA neutralizes the PARIS antiviral defence system. PMID: 39111359 | Fig. 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vRNAP：tRNA 可作为大型转录-加工复合物的 assembly chaperone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vRNAP_Fig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3 提出 tRNA-chaperoned assembly cycle。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该研究将 tRNA 的功能范围从翻译适配器扩展至病毒转录机器装配伴侣。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关键点：被选择的是特定修饰状态的 tRNAGln/Arg，说明修饰和结构共同决定非经典功能。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来源：tRNA as an assembly chaperone for a macromolecular transcription-processing complex. PMID: 40908366 | Fig. 3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vRNAP 中 tRNAGln 的非经典构象说明 tRNA 可被重塑成装配支架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_vRNAP_Fig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833" y="950976"/>
            <a:ext cx="4164629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5 展示完整 vRNAP 中 tRNAGln(UUG) 的构象与相互作用。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反密码子区域被内化/重塑，形成非经典 tRNA 结构。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讨论意义：tRNA 的结构可塑性允许它在翻译之外承担 scaffold/chaperone 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来源：tRNA as an assembly chaperone for a macromolecular transcription-processing complex. PMID: 40908366 | Fig. 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发育专题 1｜tRNA-Phe gene copy number variation 会破坏哺乳动物发育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NA_Phe_CNV_mammalian_development_fig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271" y="950976"/>
            <a:ext cx="3851752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该研究直接将 tRNA gene dosage 与 mammalian development 联系起来。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研究问题：哺乳动物扩增的 tRNA isodecoder gene copies 是否有具体生理必要性？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策略：CRISPR 删除 tRNA-Phe isodecoder gene cluster，观察胚胎/个体发育和翻译平衡。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来源：Copy number variation in tRNA isodecoder genes impairs mammalian development and balanced translation. PMID: 37072429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tRNA-Phe CNV 的核心假说：tRNA 供给量必须匹配 codon demand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NA_Phe_CNV_mammalian_development_fi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353" y="950976"/>
            <a:ext cx="3933588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图中遗传操作和表型读数用于验证 tRNA-Phe copy number 对生理发育的贡献。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结果方向：删除多个 tRNA-Phe gene copies 会扰动 translation homeostasis。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与早期发育连接：胚胎快速分裂期对翻译平衡特别敏感，tRNA gene dosage 可能影响发育阈值。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来源：Copy number variation in tRNA isodecoder genes impairs mammalian development and balanced translation. PMID: 37072429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tRNA gene dosage 影响 balanced translation，而不是只影响某个单一蛋白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NA_Phe_CNV_mammalian_development_fig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871" y="950976"/>
            <a:ext cx="3780553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该图系结果组图的一部分，用于连接 tRNA copy number、codon translation 和生理表型。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讨论意义：tRNA repertoire 是 translation system 的供给端，改变供给端会造成广谱 proteome 后果。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这为解释胚胎发育阶段 tRNA repertoire 重排提供了遗传学支撑。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来源：Copy number variation in tRNA isodecoder genes impairs mammalian development and balanced translation. PMID: 37072429 | Fig. 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发育专题 2｜zebrafish 早期胚胎发生中 tRNA repertoire 是动态变化的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brafish_tRNA_repertoire_2024_fig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10264"/>
            <a:ext cx="6172200" cy="36135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该研究聚焦早期胚胎：MZT 期间 mRNA translation 与 turnover 快速重编程。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核心问题：codon identity 影响 mRNA stability 已知，但 tRNA availability 是否同步变化？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通常用于建立测序/时间点/总体 repertoire 分析框架。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来源：The dynamics and functional impact of tRNA repertoires during early embryogenesis in zebrafish. PMID: 39402326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tRNA repertoires 与胚胎发育阶段相匹配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brafish_tRNA_repertoire_2024_fi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26" y="950976"/>
            <a:ext cx="4905842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结果逻辑：比较不同早期发育时间点的 tRNA abundance/isodecoder composition。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重要性：tRNA pool 并非固定背景，而是随 MZT 和胚胎程序发生变化。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这把 tRNA 从翻译被动底物提升为发育调控变量。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来源：The dynamics and functional impact of tRNA repertoires during early embryogenesis in zebrafish. PMID: 39402326 | Fig. 3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tRNA availability 可能参与 codon-dependent maternal mRNA decay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brafish_tRNA_repertoire_2024_fig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998" y="950976"/>
            <a:ext cx="4466298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该图组通常用于连接 tRNA abundance、codon usage 和 mRNA stability/translation。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主线意义：早期胚胎中 mRNA fate 不只由 RNA-binding protein 和 miRNA 决定，也可能受 tRNA-codon 匹配影响。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这是将 tRNA 结构/丰度与 MZT 机制联系起来的关键发育证据。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来源：The dynamics and functional impact of tRNA repertoires during early embryogenesis in zebrafish. PMID: 39402326 | Fig. 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发育专题 3｜mouse ORACLE-tRNAseq：低输入条件下解析 oocyte-to-blastocyst tRNA pools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oracle_log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该研究将 tRNA repertoire 直接置于 mouse early embryogenesis 过程进行分析。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核心发现：4-cell stage 出现 distinct embryonic tRNA repertoire 和 tRNA pseudogene upregulation。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 ZGA 连接：zygotic tRNA gene activation 与 H3K4me3 establishment/chromatin remodeling 同步。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来源：Deciphering tRNA repertoires and translation coordination during mouse early embryogenesis by ORACLE-tRNAseq. PMID: not indexed; DOI: 10.1038/s41467-026-72603-5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mouse early embryo 中 tRNA anticodon pools 与翻译效率基因池协调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oracle_resu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结果意义：早期胚胎不是简单继承母源 tRNA，而是在 ZGA 过程中建立新的 tRNA-translation coordination。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这为 zebrafish 和 mammalian tRNA-Phe gene dosage 证据提供了共同解释框架。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核心观点：tRNA repertoire 是 MZT/ZGA 期间翻译控制的一部分。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来源：Deciphering tRNA repertoires and translation coordination during mouse early embryogenesis by ORACLE-tRNAseq. PMID: not indexed; DOI: 10.1038/s41467-026-72603-5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发育专题 4｜sperm small RNAs：精子获得的 tRNA fragments 对胚胎发育必需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rm_small_RNAs_epididymal_transit_fig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50451"/>
            <a:ext cx="6172200" cy="4333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该研究关注 sperm 在 epididymal transit 中获得 small RNA cargo 的过程。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核心问题：精子 small RNAs 是旁观者，还是参与受精后胚胎程序？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1 建立精子成熟过程中 small RNA payload 改变的总体框架。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来源：Small RNAs gained during epididymal transit of sperm are essential for embryonic development in mice. PMID: 30057276 | Fig. 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epididymal transit 过程中 tRNA fragments 是精子 RNA cargo 的重要组成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rm_small_RNAs_epididymal_transit_fi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950976"/>
            <a:ext cx="4425696" cy="5532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Fig. 2 展示不同成熟阶段 sperm small RNA composition 的变化。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多个 tRNA fragments 在附睾成熟过程中被加入精子。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这把 tRNA 的生理功能从胚胎自身扩展到父源 RNA 输入和受精后早期调控。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来源：Small RNAs gained during epididymal transit of sperm are essential for embryonic development in mice. PMID: 30057276 | Fig. 2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缺失成熟 sperm small RNA cargo 会影响胚胎发育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rm_small_RNAs_epididymal_transit_fig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74285"/>
            <a:ext cx="6172200" cy="368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该图组支持：精子在附睾获得的 small RNAs 对正常 embryonic development 是必需的。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与 tRNA 主线的关系：tRNA fragments 可作为父源信息载体，影响受精后早期发育轨迹。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这为 sperm tsRNA 介导代际表型和早期胚胎基因调控提供机制入口。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来源：Small RNAs gained during epididymal transit of sperm are essential for embryonic development in mice. PMID: 30057276 | Fig. 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1｜DM-DMS-MaPseq tRNA structurome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来源：In vivo structure profiling reveals human cytosolic and mitochondrial tRNA structurome and interactome in response to stress. PMID: 40447571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2｜OB-fold tRNA recognition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widespread OB fold. PMID: 39075051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3｜METTL6-SerRS m3C32 writing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来源：Structural basis of tRNA recognition by the m3C RNA methyltransferase METTL6 in complex with SerRS seryl-tRNA synthetase. PMID: 38918637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4｜Trl1 tRNA ligation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来源：Structure of fungal tRNA ligase Trl1 with RNA reveals conserved substrate-binding principles. PMID: 40563009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5｜PYROXD1-RTCB protection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来源：Mechanistic basis for PYROXD1-mediated protection of the human tRNA ligase complex against oxidative inactivation. PMID: 40069351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6｜U34 oxidative desulfuration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来源：Translational regulation by oxidative desulfuration of tRNA modifications. PMID: 41807381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7｜Cas12a3 tRNA tail cleavage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来源：RNA-triggered Cas12a3 cleaves tRNA tails to execute bacterial immunity. PMID: 41501459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8｜PARIS antiviral defense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来源：A virally encoded tRNA neutralizes the PARIS antiviral defence system. PMID: 39111359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9｜tRNA as vRNAP assembly chaperone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来源：tRNA as an assembly chaperone for a macromolecular transcription-processing complex. PMID: 40908366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10｜tRNA-Phe copy number variation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来源：Copy number variation in tRNA isodecoder genes impairs mammalian development and balanced translation. PMID: 37072429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11｜Zebrafish embryonic tRNA repertoires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来源：The dynamics and functional impact of tRNA repertoires during early embryogenesis in zebrafish. PMID: 39402326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12｜Mouse ORACLE-tRNAseq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来源：Deciphering tRNA repertoires and translation coordination during mouse early embryogenesis by ORACLE-tRNAseq. PMID: not indexed; DOI: 10.1038/s41467-026-72603-5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逐篇精读卡片 13｜Sperm tRNA fragments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card_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本页概述该文献在整份综述中的定位：其回答的是 tRNA 的哪一类结构、功能或发育问题。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右侧四项分别对应：作者假说、方法步骤、关键结果和讨论意义。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后续关键图页则展开该文献中最能支撑主线的实验图。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来源：Small RNAs gained during epididymal transit of sperm are essential for embryonic development in mice. PMID: 30057276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综合模型：tRNA 如何连接结构特征、生理功能和早期胚胎发育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integrated_mod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四类证据合并：结构生物学说明 tRNA 如何被识别；修饰/加工说明 tRNA 如何成熟；组学说明 tRNA pool 如何动态变化；发育文献说明这些变化有胚胎后果。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早期胚胎的核心场景是：母源 RNA 清除、ZGA 启动和翻译系统重建。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因此 tRNA 可能通过三个入口影响发育：codon-tRNA supply、modification-dependent decoding、sperm/embryo tsRNA signaling。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来源：根据本汇报所列文献综合整理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38428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后续研究假说：早期胚胎中的 tRNA 不是背景变量，而是翻译调控层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" y="804672"/>
            <a:ext cx="11384280" cy="109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_future_hypothe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865376"/>
            <a:ext cx="61722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987552"/>
            <a:ext cx="4800600" cy="5303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可验证实验：单胚胎 tRNA-seq/DM-DMS-MaPseq、修饰质谱、Ribo-seq、codon reporter、tRF microinjection。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重点不应只测总 tRNA abundance，而要同时看 isodecoder、charging、修饰、结构可及性和 fragment。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最强逻辑链：tRNA repertoire/修饰变化 → codon-specific translation 或 mRNA stability → MZT/ZGA 表型。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1115568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20" b="0">
                <a:solidFill>
                  <a:srgbClr val="505050"/>
                </a:solidFill>
                <a:latin typeface="微软雅黑" panose="020B0503020204020204" charset="-122"/>
              </a:rPr>
              <a:t>来源：根据本汇报所列文献综合整理</a:t>
            </a:r>
            <a:endParaRPr sz="72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14820</Words>
  <Application>WPS 演示</Application>
  <PresentationFormat>On-screen Show (4:3)</PresentationFormat>
  <Paragraphs>418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Yujie Tang</cp:lastModifiedBy>
  <cp:revision>2</cp:revision>
  <dcterms:created xsi:type="dcterms:W3CDTF">2013-01-27T09:14:00Z</dcterms:created>
  <dcterms:modified xsi:type="dcterms:W3CDTF">2026-05-23T16:29:59Z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988CBF4607284F92B5CF4F4866C7F886_13</vt:lpwstr>
  </property>
  <property fmtid="{D5CDD505-2E9C-101B-9397-08002B2CF9AE}" pid="3" name="KSOProductBuildVer">
    <vt:lpwstr>2052-12.1.0.26375</vt:lpwstr>
  </property>
</Properties>
</file>